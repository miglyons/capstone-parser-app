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30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667BF0-0C02-056E-BC04-59FAE5581742}" v="2" dt="2025-02-03T22:48:48.4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rr, Cass" userId="S::co203478@umconnect.umt.edu::865c9d4b-f4ab-4af2-9d8e-5cd1e62e95a3" providerId="AD" clId="Web-{8A667BF0-0C02-056E-BC04-59FAE5581742}"/>
    <pc:docChg chg="addSld delSld">
      <pc:chgData name="Orr, Cass" userId="S::co203478@umconnect.umt.edu::865c9d4b-f4ab-4af2-9d8e-5cd1e62e95a3" providerId="AD" clId="Web-{8A667BF0-0C02-056E-BC04-59FAE5581742}" dt="2025-02-03T22:48:48.479" v="1"/>
      <pc:docMkLst>
        <pc:docMk/>
      </pc:docMkLst>
      <pc:sldChg chg="del">
        <pc:chgData name="Orr, Cass" userId="S::co203478@umconnect.umt.edu::865c9d4b-f4ab-4af2-9d8e-5cd1e62e95a3" providerId="AD" clId="Web-{8A667BF0-0C02-056E-BC04-59FAE5581742}" dt="2025-02-03T22:48:48.479" v="1"/>
        <pc:sldMkLst>
          <pc:docMk/>
          <pc:sldMk cId="109857222" sldId="256"/>
        </pc:sldMkLst>
      </pc:sldChg>
      <pc:sldChg chg="add">
        <pc:chgData name="Orr, Cass" userId="S::co203478@umconnect.umt.edu::865c9d4b-f4ab-4af2-9d8e-5cd1e62e95a3" providerId="AD" clId="Web-{8A667BF0-0C02-056E-BC04-59FAE5581742}" dt="2025-02-03T22:48:45.916" v="0"/>
        <pc:sldMkLst>
          <pc:docMk/>
          <pc:sldMk cId="2660775359" sldId="301"/>
        </pc:sldMkLst>
      </pc:sldChg>
      <pc:sldMasterChg chg="addSldLayout">
        <pc:chgData name="Orr, Cass" userId="S::co203478@umconnect.umt.edu::865c9d4b-f4ab-4af2-9d8e-5cd1e62e95a3" providerId="AD" clId="Web-{8A667BF0-0C02-056E-BC04-59FAE5581742}" dt="2025-02-03T22:48:45.916" v="0"/>
        <pc:sldMasterMkLst>
          <pc:docMk/>
          <pc:sldMasterMk cId="2460954070" sldId="2147483660"/>
        </pc:sldMasterMkLst>
        <pc:sldLayoutChg chg="add">
          <pc:chgData name="Orr, Cass" userId="S::co203478@umconnect.umt.edu::865c9d4b-f4ab-4af2-9d8e-5cd1e62e95a3" providerId="AD" clId="Web-{8A667BF0-0C02-056E-BC04-59FAE5581742}" dt="2025-02-03T22:48:45.916" v="0"/>
          <pc:sldLayoutMkLst>
            <pc:docMk/>
            <pc:sldMasterMk cId="2460954070" sldId="2147483660"/>
            <pc:sldLayoutMk cId="482845853"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5C772-3DFA-4D8E-A2CD-863BEAB55B94}" type="datetimeFigureOut">
              <a:t>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1BD25D-7483-4C13-ADAE-BB280BC47050}" type="slidenum">
              <a:t>‹#›</a:t>
            </a:fld>
            <a:endParaRPr lang="en-US"/>
          </a:p>
        </p:txBody>
      </p:sp>
    </p:spTree>
    <p:extLst>
      <p:ext uri="{BB962C8B-B14F-4D97-AF65-F5344CB8AC3E}">
        <p14:creationId xmlns:p14="http://schemas.microsoft.com/office/powerpoint/2010/main" val="2108098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D9D6518-8F1F-F442-A17C-CD4B4D66C3C2}" type="slidenum">
              <a:rPr lang="en-US" smtClean="0"/>
              <a:t>2</a:t>
            </a:fld>
            <a:endParaRPr lang="en-US"/>
          </a:p>
        </p:txBody>
      </p:sp>
    </p:spTree>
    <p:extLst>
      <p:ext uri="{BB962C8B-B14F-4D97-AF65-F5344CB8AC3E}">
        <p14:creationId xmlns:p14="http://schemas.microsoft.com/office/powerpoint/2010/main" val="2362764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x Circular Arrow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B7682-82FF-2A42-96B0-757572491010}"/>
              </a:ext>
            </a:extLst>
          </p:cNvPr>
          <p:cNvSpPr>
            <a:spLocks noGrp="1"/>
          </p:cNvSpPr>
          <p:nvPr>
            <p:ph type="title"/>
          </p:nvPr>
        </p:nvSpPr>
        <p:spPr>
          <a:xfrm>
            <a:off x="838199" y="365125"/>
            <a:ext cx="10047973" cy="780281"/>
          </a:xfrm>
          <a:prstGeom prst="rect">
            <a:avLst/>
          </a:prstGeom>
        </p:spPr>
        <p:txBody>
          <a:bodyPr/>
          <a:lstStyle>
            <a:lvl1pPr>
              <a:defRPr sz="3600" b="1">
                <a:latin typeface="Arial Nova" panose="020B0504020202020204" pitchFamily="34" charset="0"/>
              </a:defRPr>
            </a:lvl1pPr>
          </a:lstStyle>
          <a:p>
            <a:r>
              <a:rPr lang="en-US"/>
              <a:t>Click to edit Master title style</a:t>
            </a:r>
          </a:p>
        </p:txBody>
      </p:sp>
      <p:sp>
        <p:nvSpPr>
          <p:cNvPr id="31" name="Text Placeholder 16">
            <a:extLst>
              <a:ext uri="{FF2B5EF4-FFF2-40B4-BE49-F238E27FC236}">
                <a16:creationId xmlns:a16="http://schemas.microsoft.com/office/drawing/2014/main" id="{A6F929B4-57DA-714B-925F-7EC04681A3DB}"/>
              </a:ext>
            </a:extLst>
          </p:cNvPr>
          <p:cNvSpPr>
            <a:spLocks noGrp="1"/>
          </p:cNvSpPr>
          <p:nvPr>
            <p:ph type="body" sz="quarter" idx="16" hasCustomPrompt="1"/>
          </p:nvPr>
        </p:nvSpPr>
        <p:spPr>
          <a:xfrm>
            <a:off x="413885" y="1563173"/>
            <a:ext cx="3313575" cy="433153"/>
          </a:xfrm>
          <a:prstGeom prst="rect">
            <a:avLst/>
          </a:prstGeom>
        </p:spPr>
        <p:txBody>
          <a:bodyPr/>
          <a:lstStyle>
            <a:lvl1pPr marL="0" indent="0" algn="r">
              <a:buNone/>
              <a:defRPr sz="1800" b="0" i="0">
                <a:latin typeface="Arial Nova" panose="020B0504020202020204" pitchFamily="34" charset="0"/>
              </a:defRPr>
            </a:lvl1pPr>
          </a:lstStyle>
          <a:p>
            <a:pPr lvl="0"/>
            <a:r>
              <a:rPr lang="en-US"/>
              <a:t>Click to edit Title</a:t>
            </a:r>
          </a:p>
        </p:txBody>
      </p:sp>
      <p:sp>
        <p:nvSpPr>
          <p:cNvPr id="32" name="Text Placeholder 16">
            <a:extLst>
              <a:ext uri="{FF2B5EF4-FFF2-40B4-BE49-F238E27FC236}">
                <a16:creationId xmlns:a16="http://schemas.microsoft.com/office/drawing/2014/main" id="{363D0C88-E352-754B-BFDB-68849894B060}"/>
              </a:ext>
            </a:extLst>
          </p:cNvPr>
          <p:cNvSpPr>
            <a:spLocks noGrp="1"/>
          </p:cNvSpPr>
          <p:nvPr>
            <p:ph type="body" sz="quarter" idx="18" hasCustomPrompt="1"/>
          </p:nvPr>
        </p:nvSpPr>
        <p:spPr>
          <a:xfrm>
            <a:off x="413885" y="2071708"/>
            <a:ext cx="3313575" cy="1301184"/>
          </a:xfrm>
          <a:prstGeom prst="rect">
            <a:avLst/>
          </a:prstGeom>
        </p:spPr>
        <p:txBody>
          <a:bodyPr/>
          <a:lstStyle>
            <a:lvl1pPr marL="0" indent="0" algn="r">
              <a:buFont typeface="Arial" panose="020B0604020202020204" pitchFamily="34" charset="0"/>
              <a:buNone/>
              <a:defRPr sz="1400" b="0" i="0">
                <a:latin typeface="Arial Nova" panose="020B0504020202020204" pitchFamily="34" charset="0"/>
              </a:defRPr>
            </a:lvl1pPr>
          </a:lstStyle>
          <a:p>
            <a:pPr lvl="0"/>
            <a:r>
              <a:rPr lang="en-US"/>
              <a:t>Click to edit text</a:t>
            </a:r>
          </a:p>
        </p:txBody>
      </p:sp>
      <p:sp>
        <p:nvSpPr>
          <p:cNvPr id="33" name="Text Placeholder 16">
            <a:extLst>
              <a:ext uri="{FF2B5EF4-FFF2-40B4-BE49-F238E27FC236}">
                <a16:creationId xmlns:a16="http://schemas.microsoft.com/office/drawing/2014/main" id="{DDE9C714-24E3-7143-9FB1-DB4EF7A4AD17}"/>
              </a:ext>
            </a:extLst>
          </p:cNvPr>
          <p:cNvSpPr>
            <a:spLocks noGrp="1"/>
          </p:cNvSpPr>
          <p:nvPr>
            <p:ph type="body" sz="quarter" idx="19" hasCustomPrompt="1"/>
          </p:nvPr>
        </p:nvSpPr>
        <p:spPr>
          <a:xfrm>
            <a:off x="7988106" y="3751779"/>
            <a:ext cx="3786944" cy="433153"/>
          </a:xfrm>
          <a:prstGeom prst="rect">
            <a:avLst/>
          </a:prstGeom>
        </p:spPr>
        <p:txBody>
          <a:bodyPr/>
          <a:lstStyle>
            <a:lvl1pPr marL="0" indent="0" algn="l">
              <a:buNone/>
              <a:defRPr sz="1800" b="0" i="0">
                <a:latin typeface="Arial Nova" panose="020B0504020202020204" pitchFamily="34" charset="0"/>
              </a:defRPr>
            </a:lvl1pPr>
          </a:lstStyle>
          <a:p>
            <a:pPr lvl="0"/>
            <a:r>
              <a:rPr lang="en-US"/>
              <a:t>Click to edit Title</a:t>
            </a:r>
          </a:p>
        </p:txBody>
      </p:sp>
      <p:sp>
        <p:nvSpPr>
          <p:cNvPr id="34" name="Text Placeholder 16">
            <a:extLst>
              <a:ext uri="{FF2B5EF4-FFF2-40B4-BE49-F238E27FC236}">
                <a16:creationId xmlns:a16="http://schemas.microsoft.com/office/drawing/2014/main" id="{CF6608DD-E01F-0E43-B1B3-6127B74D671A}"/>
              </a:ext>
            </a:extLst>
          </p:cNvPr>
          <p:cNvSpPr>
            <a:spLocks noGrp="1"/>
          </p:cNvSpPr>
          <p:nvPr>
            <p:ph type="body" sz="quarter" idx="20" hasCustomPrompt="1"/>
          </p:nvPr>
        </p:nvSpPr>
        <p:spPr>
          <a:xfrm>
            <a:off x="7988106" y="4260314"/>
            <a:ext cx="3786944" cy="1244406"/>
          </a:xfrm>
          <a:prstGeom prst="rect">
            <a:avLst/>
          </a:prstGeom>
        </p:spPr>
        <p:txBody>
          <a:bodyPr/>
          <a:lstStyle>
            <a:lvl1pPr marL="285750" indent="-285750" algn="l">
              <a:buFont typeface="Arial" panose="020B0604020202020204" pitchFamily="34" charset="0"/>
              <a:buChar char="•"/>
              <a:defRPr sz="1400" b="0" i="0">
                <a:latin typeface="Arial Nova" panose="020B0504020202020204" pitchFamily="34" charset="0"/>
              </a:defRPr>
            </a:lvl1pPr>
          </a:lstStyle>
          <a:p>
            <a:pPr lvl="0"/>
            <a:r>
              <a:rPr lang="en-US"/>
              <a:t>Click to edit text</a:t>
            </a:r>
          </a:p>
        </p:txBody>
      </p:sp>
      <p:sp>
        <p:nvSpPr>
          <p:cNvPr id="35" name="Text Placeholder 16">
            <a:extLst>
              <a:ext uri="{FF2B5EF4-FFF2-40B4-BE49-F238E27FC236}">
                <a16:creationId xmlns:a16="http://schemas.microsoft.com/office/drawing/2014/main" id="{3E16E8CD-0B58-DA48-BD57-1BCC3249800E}"/>
              </a:ext>
            </a:extLst>
          </p:cNvPr>
          <p:cNvSpPr>
            <a:spLocks noGrp="1"/>
          </p:cNvSpPr>
          <p:nvPr>
            <p:ph type="body" sz="quarter" idx="21" hasCustomPrompt="1"/>
          </p:nvPr>
        </p:nvSpPr>
        <p:spPr>
          <a:xfrm>
            <a:off x="7988088" y="1563173"/>
            <a:ext cx="3786962" cy="433153"/>
          </a:xfrm>
          <a:prstGeom prst="rect">
            <a:avLst/>
          </a:prstGeom>
        </p:spPr>
        <p:txBody>
          <a:bodyPr/>
          <a:lstStyle>
            <a:lvl1pPr marL="0" indent="0" algn="l">
              <a:buNone/>
              <a:defRPr sz="1800" b="0" i="0">
                <a:latin typeface="Arial Nova" panose="020B0504020202020204" pitchFamily="34" charset="0"/>
              </a:defRPr>
            </a:lvl1pPr>
          </a:lstStyle>
          <a:p>
            <a:pPr lvl="0"/>
            <a:r>
              <a:rPr lang="en-US"/>
              <a:t>Click to edit Title</a:t>
            </a:r>
          </a:p>
        </p:txBody>
      </p:sp>
      <p:sp>
        <p:nvSpPr>
          <p:cNvPr id="36" name="Text Placeholder 16">
            <a:extLst>
              <a:ext uri="{FF2B5EF4-FFF2-40B4-BE49-F238E27FC236}">
                <a16:creationId xmlns:a16="http://schemas.microsoft.com/office/drawing/2014/main" id="{7C037D42-CB97-F843-8274-7F40354A595D}"/>
              </a:ext>
            </a:extLst>
          </p:cNvPr>
          <p:cNvSpPr>
            <a:spLocks noGrp="1"/>
          </p:cNvSpPr>
          <p:nvPr>
            <p:ph type="body" sz="quarter" idx="22" hasCustomPrompt="1"/>
          </p:nvPr>
        </p:nvSpPr>
        <p:spPr>
          <a:xfrm>
            <a:off x="7988088" y="2071708"/>
            <a:ext cx="3786962" cy="1301184"/>
          </a:xfrm>
          <a:prstGeom prst="rect">
            <a:avLst/>
          </a:prstGeom>
        </p:spPr>
        <p:txBody>
          <a:bodyPr/>
          <a:lstStyle>
            <a:lvl1pPr marL="0" indent="0" algn="l">
              <a:buFont typeface="Arial" panose="020B0604020202020204" pitchFamily="34" charset="0"/>
              <a:buNone/>
              <a:defRPr sz="1400" b="0" i="0">
                <a:latin typeface="Arial Nova" panose="020B0504020202020204" pitchFamily="34" charset="0"/>
              </a:defRPr>
            </a:lvl1pPr>
          </a:lstStyle>
          <a:p>
            <a:pPr lvl="0"/>
            <a:r>
              <a:rPr lang="en-US"/>
              <a:t>Click to edit text</a:t>
            </a:r>
          </a:p>
        </p:txBody>
      </p:sp>
      <p:sp>
        <p:nvSpPr>
          <p:cNvPr id="44" name="Text Placeholder 16">
            <a:extLst>
              <a:ext uri="{FF2B5EF4-FFF2-40B4-BE49-F238E27FC236}">
                <a16:creationId xmlns:a16="http://schemas.microsoft.com/office/drawing/2014/main" id="{50CC4517-4062-4942-B7D3-015438CF724E}"/>
              </a:ext>
            </a:extLst>
          </p:cNvPr>
          <p:cNvSpPr>
            <a:spLocks noGrp="1"/>
          </p:cNvSpPr>
          <p:nvPr>
            <p:ph type="body" sz="quarter" idx="29" hasCustomPrompt="1"/>
          </p:nvPr>
        </p:nvSpPr>
        <p:spPr>
          <a:xfrm>
            <a:off x="425993" y="3735873"/>
            <a:ext cx="3313575" cy="433153"/>
          </a:xfrm>
          <a:prstGeom prst="rect">
            <a:avLst/>
          </a:prstGeom>
        </p:spPr>
        <p:txBody>
          <a:bodyPr/>
          <a:lstStyle>
            <a:lvl1pPr marL="0" indent="0" algn="r">
              <a:buNone/>
              <a:defRPr sz="1800" b="0" i="0">
                <a:latin typeface="Arial Nova" panose="020B0504020202020204" pitchFamily="34" charset="0"/>
              </a:defRPr>
            </a:lvl1pPr>
          </a:lstStyle>
          <a:p>
            <a:pPr lvl="0"/>
            <a:r>
              <a:rPr lang="en-US"/>
              <a:t>Click to edit Title</a:t>
            </a:r>
          </a:p>
        </p:txBody>
      </p:sp>
      <p:sp>
        <p:nvSpPr>
          <p:cNvPr id="45" name="Text Placeholder 16">
            <a:extLst>
              <a:ext uri="{FF2B5EF4-FFF2-40B4-BE49-F238E27FC236}">
                <a16:creationId xmlns:a16="http://schemas.microsoft.com/office/drawing/2014/main" id="{3ECB6727-36D0-454C-B3E5-2DAC35DC03EA}"/>
              </a:ext>
            </a:extLst>
          </p:cNvPr>
          <p:cNvSpPr>
            <a:spLocks noGrp="1"/>
          </p:cNvSpPr>
          <p:nvPr>
            <p:ph type="body" sz="quarter" idx="30" hasCustomPrompt="1"/>
          </p:nvPr>
        </p:nvSpPr>
        <p:spPr>
          <a:xfrm>
            <a:off x="425993" y="4244407"/>
            <a:ext cx="3313575" cy="1260313"/>
          </a:xfrm>
          <a:prstGeom prst="rect">
            <a:avLst/>
          </a:prstGeom>
        </p:spPr>
        <p:txBody>
          <a:bodyPr/>
          <a:lstStyle>
            <a:lvl1pPr marL="0" indent="0" algn="r">
              <a:buFont typeface="Arial" panose="020B0604020202020204" pitchFamily="34" charset="0"/>
              <a:buNone/>
              <a:defRPr sz="1400" b="0" i="0">
                <a:latin typeface="Arial Nova" panose="020B0504020202020204" pitchFamily="34" charset="0"/>
              </a:defRPr>
            </a:lvl1pPr>
          </a:lstStyle>
          <a:p>
            <a:pPr lvl="0"/>
            <a:r>
              <a:rPr lang="en-US"/>
              <a:t>Click to edit text</a:t>
            </a:r>
          </a:p>
        </p:txBody>
      </p:sp>
      <p:sp>
        <p:nvSpPr>
          <p:cNvPr id="22" name="Picture Placeholder 2">
            <a:extLst>
              <a:ext uri="{FF2B5EF4-FFF2-40B4-BE49-F238E27FC236}">
                <a16:creationId xmlns:a16="http://schemas.microsoft.com/office/drawing/2014/main" id="{11707428-DCC4-9449-9E87-04275037EB9E}"/>
              </a:ext>
            </a:extLst>
          </p:cNvPr>
          <p:cNvSpPr>
            <a:spLocks noGrp="1" noChangeAspect="1"/>
          </p:cNvSpPr>
          <p:nvPr>
            <p:ph type="pic" sz="quarter" idx="15"/>
          </p:nvPr>
        </p:nvSpPr>
        <p:spPr>
          <a:xfrm>
            <a:off x="4068987" y="3266817"/>
            <a:ext cx="1765880" cy="1856701"/>
          </a:xfrm>
          <a:custGeom>
            <a:avLst/>
            <a:gdLst>
              <a:gd name="connsiteX0" fmla="*/ 883576 w 2509358"/>
              <a:gd name="connsiteY0" fmla="*/ 0 h 2638417"/>
              <a:gd name="connsiteX1" fmla="*/ 993490 w 2509358"/>
              <a:gd name="connsiteY1" fmla="*/ 33667 h 2638417"/>
              <a:gd name="connsiteX2" fmla="*/ 1356880 w 2509358"/>
              <a:gd name="connsiteY2" fmla="*/ 298517 h 2638417"/>
              <a:gd name="connsiteX3" fmla="*/ 1576708 w 2509358"/>
              <a:gd name="connsiteY3" fmla="*/ 460120 h 2638417"/>
              <a:gd name="connsiteX4" fmla="*/ 1729242 w 2509358"/>
              <a:gd name="connsiteY4" fmla="*/ 572344 h 2638417"/>
              <a:gd name="connsiteX5" fmla="*/ 1702324 w 2509358"/>
              <a:gd name="connsiteY5" fmla="*/ 648657 h 2638417"/>
              <a:gd name="connsiteX6" fmla="*/ 1666434 w 2509358"/>
              <a:gd name="connsiteY6" fmla="*/ 648657 h 2638417"/>
              <a:gd name="connsiteX7" fmla="*/ 1585681 w 2509358"/>
              <a:gd name="connsiteY7" fmla="*/ 774348 h 2638417"/>
              <a:gd name="connsiteX8" fmla="*/ 2411158 w 2509358"/>
              <a:gd name="connsiteY8" fmla="*/ 1434228 h 2638417"/>
              <a:gd name="connsiteX9" fmla="*/ 2464994 w 2509358"/>
              <a:gd name="connsiteY9" fmla="*/ 1564408 h 2638417"/>
              <a:gd name="connsiteX10" fmla="*/ 2204789 w 2509358"/>
              <a:gd name="connsiteY10" fmla="*/ 1928016 h 2638417"/>
              <a:gd name="connsiteX11" fmla="*/ 2204789 w 2509358"/>
              <a:gd name="connsiteY11" fmla="*/ 2147976 h 2638417"/>
              <a:gd name="connsiteX12" fmla="*/ 2487425 w 2509358"/>
              <a:gd name="connsiteY12" fmla="*/ 2538517 h 2638417"/>
              <a:gd name="connsiteX13" fmla="*/ 2433590 w 2509358"/>
              <a:gd name="connsiteY13" fmla="*/ 2637274 h 2638417"/>
              <a:gd name="connsiteX14" fmla="*/ 334005 w 2509358"/>
              <a:gd name="connsiteY14" fmla="*/ 783326 h 2638417"/>
              <a:gd name="connsiteX15" fmla="*/ 172499 w 2509358"/>
              <a:gd name="connsiteY15" fmla="*/ 648657 h 2638417"/>
              <a:gd name="connsiteX16" fmla="*/ 64828 w 2509358"/>
              <a:gd name="connsiteY16" fmla="*/ 648657 h 2638417"/>
              <a:gd name="connsiteX17" fmla="*/ 37910 w 2509358"/>
              <a:gd name="connsiteY17" fmla="*/ 572344 h 2638417"/>
              <a:gd name="connsiteX18" fmla="*/ 168012 w 2509358"/>
              <a:gd name="connsiteY18" fmla="*/ 478076 h 2638417"/>
              <a:gd name="connsiteX19" fmla="*/ 387841 w 2509358"/>
              <a:gd name="connsiteY19" fmla="*/ 316473 h 2638417"/>
              <a:gd name="connsiteX20" fmla="*/ 773662 w 2509358"/>
              <a:gd name="connsiteY20" fmla="*/ 33667 h 2638417"/>
              <a:gd name="connsiteX21" fmla="*/ 883576 w 2509358"/>
              <a:gd name="connsiteY21" fmla="*/ 0 h 2638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09358" h="2638417">
                <a:moveTo>
                  <a:pt x="883576" y="0"/>
                </a:moveTo>
                <a:cubicBezTo>
                  <a:pt x="922831" y="0"/>
                  <a:pt x="962086" y="11222"/>
                  <a:pt x="993490" y="33667"/>
                </a:cubicBezTo>
                <a:cubicBezTo>
                  <a:pt x="1096675" y="109980"/>
                  <a:pt x="1253695" y="222204"/>
                  <a:pt x="1356880" y="298517"/>
                </a:cubicBezTo>
                <a:cubicBezTo>
                  <a:pt x="1419688" y="343406"/>
                  <a:pt x="1513900" y="415230"/>
                  <a:pt x="1576708" y="460120"/>
                </a:cubicBezTo>
                <a:cubicBezTo>
                  <a:pt x="1576708" y="460120"/>
                  <a:pt x="1576708" y="460120"/>
                  <a:pt x="1729242" y="572344"/>
                </a:cubicBezTo>
                <a:cubicBezTo>
                  <a:pt x="1787564" y="612745"/>
                  <a:pt x="1778591" y="648657"/>
                  <a:pt x="1702324" y="648657"/>
                </a:cubicBezTo>
                <a:cubicBezTo>
                  <a:pt x="1702324" y="648657"/>
                  <a:pt x="1702324" y="648657"/>
                  <a:pt x="1666434" y="648657"/>
                </a:cubicBezTo>
                <a:cubicBezTo>
                  <a:pt x="1590167" y="648657"/>
                  <a:pt x="1549790" y="707014"/>
                  <a:pt x="1585681" y="774348"/>
                </a:cubicBezTo>
                <a:cubicBezTo>
                  <a:pt x="1747187" y="1106533"/>
                  <a:pt x="2047769" y="1348938"/>
                  <a:pt x="2411158" y="1434228"/>
                </a:cubicBezTo>
                <a:cubicBezTo>
                  <a:pt x="2487425" y="1447695"/>
                  <a:pt x="2509857" y="1506052"/>
                  <a:pt x="2464994" y="1564408"/>
                </a:cubicBezTo>
                <a:cubicBezTo>
                  <a:pt x="2464994" y="1564408"/>
                  <a:pt x="2464994" y="1564408"/>
                  <a:pt x="2204789" y="1928016"/>
                </a:cubicBezTo>
                <a:cubicBezTo>
                  <a:pt x="2159926" y="1990861"/>
                  <a:pt x="2159926" y="2089619"/>
                  <a:pt x="2204789" y="2147976"/>
                </a:cubicBezTo>
                <a:cubicBezTo>
                  <a:pt x="2204789" y="2147976"/>
                  <a:pt x="2204789" y="2147976"/>
                  <a:pt x="2487425" y="2538517"/>
                </a:cubicBezTo>
                <a:cubicBezTo>
                  <a:pt x="2532288" y="2601362"/>
                  <a:pt x="2505370" y="2646252"/>
                  <a:pt x="2433590" y="2637274"/>
                </a:cubicBezTo>
                <a:cubicBezTo>
                  <a:pt x="1401743" y="2529539"/>
                  <a:pt x="562806" y="1775390"/>
                  <a:pt x="334005" y="783326"/>
                </a:cubicBezTo>
                <a:cubicBezTo>
                  <a:pt x="316060" y="711503"/>
                  <a:pt x="244280" y="648657"/>
                  <a:pt x="172499" y="648657"/>
                </a:cubicBezTo>
                <a:cubicBezTo>
                  <a:pt x="172499" y="648657"/>
                  <a:pt x="172499" y="648657"/>
                  <a:pt x="64828" y="648657"/>
                </a:cubicBezTo>
                <a:cubicBezTo>
                  <a:pt x="-11439" y="648657"/>
                  <a:pt x="-20412" y="612745"/>
                  <a:pt x="37910" y="572344"/>
                </a:cubicBezTo>
                <a:cubicBezTo>
                  <a:pt x="78287" y="540921"/>
                  <a:pt x="127636" y="505010"/>
                  <a:pt x="168012" y="478076"/>
                </a:cubicBezTo>
                <a:cubicBezTo>
                  <a:pt x="226334" y="433186"/>
                  <a:pt x="325033" y="361362"/>
                  <a:pt x="387841" y="316473"/>
                </a:cubicBezTo>
                <a:cubicBezTo>
                  <a:pt x="387841" y="316473"/>
                  <a:pt x="387841" y="316473"/>
                  <a:pt x="773662" y="33667"/>
                </a:cubicBezTo>
                <a:cubicBezTo>
                  <a:pt x="805066" y="11222"/>
                  <a:pt x="844321" y="0"/>
                  <a:pt x="883576" y="0"/>
                </a:cubicBezTo>
                <a:close/>
              </a:path>
            </a:pathLst>
          </a:custGeom>
          <a:solidFill>
            <a:schemeClr val="bg2"/>
          </a:solidFill>
        </p:spPr>
      </p:sp>
      <p:sp>
        <p:nvSpPr>
          <p:cNvPr id="23" name="Picture Placeholder 5">
            <a:extLst>
              <a:ext uri="{FF2B5EF4-FFF2-40B4-BE49-F238E27FC236}">
                <a16:creationId xmlns:a16="http://schemas.microsoft.com/office/drawing/2014/main" id="{C2E38890-32CB-294F-BE27-421185F1594B}"/>
              </a:ext>
            </a:extLst>
          </p:cNvPr>
          <p:cNvSpPr>
            <a:spLocks noGrp="1" noChangeAspect="1"/>
          </p:cNvSpPr>
          <p:nvPr>
            <p:ph type="pic" sz="quarter" idx="17"/>
          </p:nvPr>
        </p:nvSpPr>
        <p:spPr>
          <a:xfrm>
            <a:off x="5690519" y="3531430"/>
            <a:ext cx="1854425" cy="1767961"/>
          </a:xfrm>
          <a:custGeom>
            <a:avLst/>
            <a:gdLst>
              <a:gd name="connsiteX0" fmla="*/ 2576747 w 2635182"/>
              <a:gd name="connsiteY0" fmla="*/ 1233 h 2512315"/>
              <a:gd name="connsiteX1" fmla="*/ 2634124 w 2635182"/>
              <a:gd name="connsiteY1" fmla="*/ 80191 h 2512315"/>
              <a:gd name="connsiteX2" fmla="*/ 782391 w 2635182"/>
              <a:gd name="connsiteY2" fmla="*/ 2177895 h 2512315"/>
              <a:gd name="connsiteX3" fmla="*/ 647883 w 2635182"/>
              <a:gd name="connsiteY3" fmla="*/ 2339603 h 2512315"/>
              <a:gd name="connsiteX4" fmla="*/ 647883 w 2635182"/>
              <a:gd name="connsiteY4" fmla="*/ 2447408 h 2512315"/>
              <a:gd name="connsiteX5" fmla="*/ 567178 w 2635182"/>
              <a:gd name="connsiteY5" fmla="*/ 2474359 h 2512315"/>
              <a:gd name="connsiteX6" fmla="*/ 33627 w 2635182"/>
              <a:gd name="connsiteY6" fmla="*/ 1737692 h 2512315"/>
              <a:gd name="connsiteX7" fmla="*/ 33627 w 2635182"/>
              <a:gd name="connsiteY7" fmla="*/ 1517590 h 2512315"/>
              <a:gd name="connsiteX8" fmla="*/ 298161 w 2635182"/>
              <a:gd name="connsiteY8" fmla="*/ 1153749 h 2512315"/>
              <a:gd name="connsiteX9" fmla="*/ 459571 w 2635182"/>
              <a:gd name="connsiteY9" fmla="*/ 933647 h 2512315"/>
              <a:gd name="connsiteX10" fmla="*/ 567178 w 2635182"/>
              <a:gd name="connsiteY10" fmla="*/ 780923 h 2512315"/>
              <a:gd name="connsiteX11" fmla="*/ 647883 w 2635182"/>
              <a:gd name="connsiteY11" fmla="*/ 807874 h 2512315"/>
              <a:gd name="connsiteX12" fmla="*/ 647883 w 2635182"/>
              <a:gd name="connsiteY12" fmla="*/ 843809 h 2512315"/>
              <a:gd name="connsiteX13" fmla="*/ 773424 w 2635182"/>
              <a:gd name="connsiteY13" fmla="*/ 924663 h 2512315"/>
              <a:gd name="connsiteX14" fmla="*/ 1432515 w 2635182"/>
              <a:gd name="connsiteY14" fmla="*/ 98159 h 2512315"/>
              <a:gd name="connsiteX15" fmla="*/ 1562540 w 2635182"/>
              <a:gd name="connsiteY15" fmla="*/ 44256 h 2512315"/>
              <a:gd name="connsiteX16" fmla="*/ 1925713 w 2635182"/>
              <a:gd name="connsiteY16" fmla="*/ 304785 h 2512315"/>
              <a:gd name="connsiteX17" fmla="*/ 2145410 w 2635182"/>
              <a:gd name="connsiteY17" fmla="*/ 304785 h 2512315"/>
              <a:gd name="connsiteX18" fmla="*/ 2535484 w 2635182"/>
              <a:gd name="connsiteY18" fmla="*/ 21797 h 2512315"/>
              <a:gd name="connsiteX19" fmla="*/ 2576747 w 2635182"/>
              <a:gd name="connsiteY19" fmla="*/ 1233 h 2512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35182" h="2512315">
                <a:moveTo>
                  <a:pt x="2576747" y="1233"/>
                </a:moveTo>
                <a:cubicBezTo>
                  <a:pt x="2614788" y="-6558"/>
                  <a:pt x="2640849" y="22920"/>
                  <a:pt x="2634124" y="80191"/>
                </a:cubicBezTo>
                <a:cubicBezTo>
                  <a:pt x="2526517" y="1108830"/>
                  <a:pt x="1773270" y="1948810"/>
                  <a:pt x="782391" y="2177895"/>
                </a:cubicBezTo>
                <a:cubicBezTo>
                  <a:pt x="710653" y="2195863"/>
                  <a:pt x="647883" y="2267733"/>
                  <a:pt x="647883" y="2339603"/>
                </a:cubicBezTo>
                <a:cubicBezTo>
                  <a:pt x="647883" y="2339603"/>
                  <a:pt x="647883" y="2339603"/>
                  <a:pt x="647883" y="2447408"/>
                </a:cubicBezTo>
                <a:cubicBezTo>
                  <a:pt x="647883" y="2523769"/>
                  <a:pt x="612014" y="2532753"/>
                  <a:pt x="567178" y="2474359"/>
                </a:cubicBezTo>
                <a:cubicBezTo>
                  <a:pt x="437153" y="2290192"/>
                  <a:pt x="168136" y="1921859"/>
                  <a:pt x="33627" y="1737692"/>
                </a:cubicBezTo>
                <a:cubicBezTo>
                  <a:pt x="-11209" y="1679298"/>
                  <a:pt x="-11209" y="1580476"/>
                  <a:pt x="33627" y="1517590"/>
                </a:cubicBezTo>
                <a:cubicBezTo>
                  <a:pt x="109849" y="1414277"/>
                  <a:pt x="221939" y="1257062"/>
                  <a:pt x="298161" y="1153749"/>
                </a:cubicBezTo>
                <a:cubicBezTo>
                  <a:pt x="342997" y="1095354"/>
                  <a:pt x="414735" y="996533"/>
                  <a:pt x="459571" y="933647"/>
                </a:cubicBezTo>
                <a:cubicBezTo>
                  <a:pt x="459571" y="933647"/>
                  <a:pt x="459571" y="933647"/>
                  <a:pt x="567178" y="780923"/>
                </a:cubicBezTo>
                <a:cubicBezTo>
                  <a:pt x="612014" y="722529"/>
                  <a:pt x="647883" y="736005"/>
                  <a:pt x="647883" y="807874"/>
                </a:cubicBezTo>
                <a:cubicBezTo>
                  <a:pt x="647883" y="807874"/>
                  <a:pt x="647883" y="807874"/>
                  <a:pt x="647883" y="843809"/>
                </a:cubicBezTo>
                <a:cubicBezTo>
                  <a:pt x="647883" y="920171"/>
                  <a:pt x="706170" y="960598"/>
                  <a:pt x="773424" y="924663"/>
                </a:cubicBezTo>
                <a:cubicBezTo>
                  <a:pt x="1100728" y="767448"/>
                  <a:pt x="1347326" y="462000"/>
                  <a:pt x="1432515" y="98159"/>
                </a:cubicBezTo>
                <a:cubicBezTo>
                  <a:pt x="1445966" y="21797"/>
                  <a:pt x="1504253" y="-663"/>
                  <a:pt x="1562540" y="44256"/>
                </a:cubicBezTo>
                <a:cubicBezTo>
                  <a:pt x="1562540" y="44256"/>
                  <a:pt x="1562540" y="44256"/>
                  <a:pt x="1925713" y="304785"/>
                </a:cubicBezTo>
                <a:cubicBezTo>
                  <a:pt x="1988483" y="349703"/>
                  <a:pt x="2082639" y="349703"/>
                  <a:pt x="2145410" y="304785"/>
                </a:cubicBezTo>
                <a:cubicBezTo>
                  <a:pt x="2145410" y="304785"/>
                  <a:pt x="2145410" y="304785"/>
                  <a:pt x="2535484" y="21797"/>
                </a:cubicBezTo>
                <a:cubicBezTo>
                  <a:pt x="2550056" y="10567"/>
                  <a:pt x="2564067" y="3829"/>
                  <a:pt x="2576747" y="1233"/>
                </a:cubicBezTo>
                <a:close/>
              </a:path>
            </a:pathLst>
          </a:custGeom>
          <a:solidFill>
            <a:schemeClr val="bg2"/>
          </a:solidFill>
        </p:spPr>
      </p:sp>
      <p:sp>
        <p:nvSpPr>
          <p:cNvPr id="24" name="Picture Placeholder 7">
            <a:extLst>
              <a:ext uri="{FF2B5EF4-FFF2-40B4-BE49-F238E27FC236}">
                <a16:creationId xmlns:a16="http://schemas.microsoft.com/office/drawing/2014/main" id="{95EAB40E-C302-934E-B367-E6B24FB51196}"/>
              </a:ext>
            </a:extLst>
          </p:cNvPr>
          <p:cNvSpPr>
            <a:spLocks noGrp="1" noChangeAspect="1"/>
          </p:cNvSpPr>
          <p:nvPr>
            <p:ph type="pic" sz="quarter" idx="31"/>
          </p:nvPr>
        </p:nvSpPr>
        <p:spPr>
          <a:xfrm>
            <a:off x="4241573" y="1632055"/>
            <a:ext cx="1854426" cy="1766978"/>
          </a:xfrm>
          <a:custGeom>
            <a:avLst/>
            <a:gdLst>
              <a:gd name="connsiteX0" fmla="*/ 2010840 w 2635183"/>
              <a:gd name="connsiteY0" fmla="*/ 898 h 2510918"/>
              <a:gd name="connsiteX1" fmla="*/ 2068006 w 2635183"/>
              <a:gd name="connsiteY1" fmla="*/ 37933 h 2510918"/>
              <a:gd name="connsiteX2" fmla="*/ 2157678 w 2635183"/>
              <a:gd name="connsiteY2" fmla="*/ 168117 h 2510918"/>
              <a:gd name="connsiteX3" fmla="*/ 2319088 w 2635183"/>
              <a:gd name="connsiteY3" fmla="*/ 388082 h 2510918"/>
              <a:gd name="connsiteX4" fmla="*/ 2601556 w 2635183"/>
              <a:gd name="connsiteY4" fmla="*/ 774143 h 2510918"/>
              <a:gd name="connsiteX5" fmla="*/ 2601556 w 2635183"/>
              <a:gd name="connsiteY5" fmla="*/ 994108 h 2510918"/>
              <a:gd name="connsiteX6" fmla="*/ 2068006 w 2635183"/>
              <a:gd name="connsiteY6" fmla="*/ 1730317 h 2510918"/>
              <a:gd name="connsiteX7" fmla="*/ 1987301 w 2635183"/>
              <a:gd name="connsiteY7" fmla="*/ 1703383 h 2510918"/>
              <a:gd name="connsiteX8" fmla="*/ 1987301 w 2635183"/>
              <a:gd name="connsiteY8" fmla="*/ 1667470 h 2510918"/>
              <a:gd name="connsiteX9" fmla="*/ 1861760 w 2635183"/>
              <a:gd name="connsiteY9" fmla="*/ 1586667 h 2510918"/>
              <a:gd name="connsiteX10" fmla="*/ 1202668 w 2635183"/>
              <a:gd name="connsiteY10" fmla="*/ 2417147 h 2510918"/>
              <a:gd name="connsiteX11" fmla="*/ 1072643 w 2635183"/>
              <a:gd name="connsiteY11" fmla="*/ 2471016 h 2510918"/>
              <a:gd name="connsiteX12" fmla="*/ 709471 w 2635183"/>
              <a:gd name="connsiteY12" fmla="*/ 2206160 h 2510918"/>
              <a:gd name="connsiteX13" fmla="*/ 489773 w 2635183"/>
              <a:gd name="connsiteY13" fmla="*/ 2206160 h 2510918"/>
              <a:gd name="connsiteX14" fmla="*/ 99699 w 2635183"/>
              <a:gd name="connsiteY14" fmla="*/ 2488972 h 2510918"/>
              <a:gd name="connsiteX15" fmla="*/ 1059 w 2635183"/>
              <a:gd name="connsiteY15" fmla="*/ 2435103 h 2510918"/>
              <a:gd name="connsiteX16" fmla="*/ 1852792 w 2635183"/>
              <a:gd name="connsiteY16" fmla="*/ 334213 h 2510918"/>
              <a:gd name="connsiteX17" fmla="*/ 1987301 w 2635183"/>
              <a:gd name="connsiteY17" fmla="*/ 172606 h 2510918"/>
              <a:gd name="connsiteX18" fmla="*/ 1987301 w 2635183"/>
              <a:gd name="connsiteY18" fmla="*/ 64868 h 2510918"/>
              <a:gd name="connsiteX19" fmla="*/ 2010840 w 2635183"/>
              <a:gd name="connsiteY19" fmla="*/ 898 h 2510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35183" h="2510918">
                <a:moveTo>
                  <a:pt x="2010840" y="898"/>
                </a:moveTo>
                <a:cubicBezTo>
                  <a:pt x="2025412" y="-3591"/>
                  <a:pt x="2045588" y="8754"/>
                  <a:pt x="2068006" y="37933"/>
                </a:cubicBezTo>
                <a:cubicBezTo>
                  <a:pt x="2094907" y="78335"/>
                  <a:pt x="2130776" y="127715"/>
                  <a:pt x="2157678" y="168117"/>
                </a:cubicBezTo>
                <a:cubicBezTo>
                  <a:pt x="2202514" y="226475"/>
                  <a:pt x="2274252" y="325235"/>
                  <a:pt x="2319088" y="388082"/>
                </a:cubicBezTo>
                <a:cubicBezTo>
                  <a:pt x="2319088" y="388082"/>
                  <a:pt x="2319088" y="388082"/>
                  <a:pt x="2601556" y="774143"/>
                </a:cubicBezTo>
                <a:cubicBezTo>
                  <a:pt x="2646392" y="836990"/>
                  <a:pt x="2646392" y="935750"/>
                  <a:pt x="2601556" y="994108"/>
                </a:cubicBezTo>
                <a:cubicBezTo>
                  <a:pt x="2467048" y="1178160"/>
                  <a:pt x="2198031" y="1546265"/>
                  <a:pt x="2068006" y="1730317"/>
                </a:cubicBezTo>
                <a:cubicBezTo>
                  <a:pt x="2023170" y="1788675"/>
                  <a:pt x="1987301" y="1779697"/>
                  <a:pt x="1987301" y="1703383"/>
                </a:cubicBezTo>
                <a:cubicBezTo>
                  <a:pt x="1987301" y="1703383"/>
                  <a:pt x="1987301" y="1703383"/>
                  <a:pt x="1987301" y="1667470"/>
                </a:cubicBezTo>
                <a:cubicBezTo>
                  <a:pt x="1987301" y="1591156"/>
                  <a:pt x="1929014" y="1550754"/>
                  <a:pt x="1861760" y="1586667"/>
                </a:cubicBezTo>
                <a:cubicBezTo>
                  <a:pt x="1534456" y="1748274"/>
                  <a:pt x="1287857" y="2049042"/>
                  <a:pt x="1202668" y="2417147"/>
                </a:cubicBezTo>
                <a:cubicBezTo>
                  <a:pt x="1189217" y="2488972"/>
                  <a:pt x="1130930" y="2511418"/>
                  <a:pt x="1072643" y="2471016"/>
                </a:cubicBezTo>
                <a:cubicBezTo>
                  <a:pt x="1072643" y="2471016"/>
                  <a:pt x="1072643" y="2471016"/>
                  <a:pt x="709471" y="2206160"/>
                </a:cubicBezTo>
                <a:cubicBezTo>
                  <a:pt x="646700" y="2161269"/>
                  <a:pt x="552544" y="2161269"/>
                  <a:pt x="489773" y="2206160"/>
                </a:cubicBezTo>
                <a:cubicBezTo>
                  <a:pt x="489773" y="2206160"/>
                  <a:pt x="489773" y="2206160"/>
                  <a:pt x="99699" y="2488972"/>
                </a:cubicBezTo>
                <a:cubicBezTo>
                  <a:pt x="41412" y="2533863"/>
                  <a:pt x="-7908" y="2506929"/>
                  <a:pt x="1059" y="2435103"/>
                </a:cubicBezTo>
                <a:cubicBezTo>
                  <a:pt x="108666" y="1402614"/>
                  <a:pt x="861914" y="563156"/>
                  <a:pt x="1852792" y="334213"/>
                </a:cubicBezTo>
                <a:cubicBezTo>
                  <a:pt x="1924530" y="316256"/>
                  <a:pt x="1987301" y="248920"/>
                  <a:pt x="1987301" y="172606"/>
                </a:cubicBezTo>
                <a:cubicBezTo>
                  <a:pt x="1987301" y="172606"/>
                  <a:pt x="1987301" y="172606"/>
                  <a:pt x="1987301" y="64868"/>
                </a:cubicBezTo>
                <a:cubicBezTo>
                  <a:pt x="1987301" y="26711"/>
                  <a:pt x="1996268" y="5387"/>
                  <a:pt x="2010840" y="898"/>
                </a:cubicBezTo>
                <a:close/>
              </a:path>
            </a:pathLst>
          </a:custGeom>
          <a:solidFill>
            <a:schemeClr val="bg2"/>
          </a:solidFill>
        </p:spPr>
      </p:sp>
      <p:sp>
        <p:nvSpPr>
          <p:cNvPr id="25" name="Picture Placeholder 9">
            <a:extLst>
              <a:ext uri="{FF2B5EF4-FFF2-40B4-BE49-F238E27FC236}">
                <a16:creationId xmlns:a16="http://schemas.microsoft.com/office/drawing/2014/main" id="{26C88B80-60DB-7D45-A4DF-B718BDACAE0D}"/>
              </a:ext>
            </a:extLst>
          </p:cNvPr>
          <p:cNvSpPr>
            <a:spLocks noGrp="1" noChangeAspect="1"/>
          </p:cNvSpPr>
          <p:nvPr>
            <p:ph type="pic" sz="quarter" idx="32"/>
          </p:nvPr>
        </p:nvSpPr>
        <p:spPr>
          <a:xfrm>
            <a:off x="5953132" y="1848923"/>
            <a:ext cx="1765879" cy="1857753"/>
          </a:xfrm>
          <a:custGeom>
            <a:avLst/>
            <a:gdLst>
              <a:gd name="connsiteX0" fmla="*/ 75769 w 2509357"/>
              <a:gd name="connsiteY0" fmla="*/ 1061 h 2639912"/>
              <a:gd name="connsiteX1" fmla="*/ 2175353 w 2509357"/>
              <a:gd name="connsiteY1" fmla="*/ 1856117 h 2639912"/>
              <a:gd name="connsiteX2" fmla="*/ 2336860 w 2509357"/>
              <a:gd name="connsiteY2" fmla="*/ 1990867 h 2639912"/>
              <a:gd name="connsiteX3" fmla="*/ 2444530 w 2509357"/>
              <a:gd name="connsiteY3" fmla="*/ 1990867 h 2639912"/>
              <a:gd name="connsiteX4" fmla="*/ 2471448 w 2509357"/>
              <a:gd name="connsiteY4" fmla="*/ 2071717 h 2639912"/>
              <a:gd name="connsiteX5" fmla="*/ 1735697 w 2509357"/>
              <a:gd name="connsiteY5" fmla="*/ 2606225 h 2639912"/>
              <a:gd name="connsiteX6" fmla="*/ 1515868 w 2509357"/>
              <a:gd name="connsiteY6" fmla="*/ 2606225 h 2639912"/>
              <a:gd name="connsiteX7" fmla="*/ 780116 w 2509357"/>
              <a:gd name="connsiteY7" fmla="*/ 2071717 h 2639912"/>
              <a:gd name="connsiteX8" fmla="*/ 807034 w 2509357"/>
              <a:gd name="connsiteY8" fmla="*/ 1990867 h 2639912"/>
              <a:gd name="connsiteX9" fmla="*/ 842925 w 2509357"/>
              <a:gd name="connsiteY9" fmla="*/ 1990867 h 2639912"/>
              <a:gd name="connsiteX10" fmla="*/ 923678 w 2509357"/>
              <a:gd name="connsiteY10" fmla="*/ 1865101 h 2639912"/>
              <a:gd name="connsiteX11" fmla="*/ 98200 w 2509357"/>
              <a:gd name="connsiteY11" fmla="*/ 1204827 h 2639912"/>
              <a:gd name="connsiteX12" fmla="*/ 44365 w 2509357"/>
              <a:gd name="connsiteY12" fmla="*/ 1074568 h 2639912"/>
              <a:gd name="connsiteX13" fmla="*/ 304570 w 2509357"/>
              <a:gd name="connsiteY13" fmla="*/ 710744 h 2639912"/>
              <a:gd name="connsiteX14" fmla="*/ 304570 w 2509357"/>
              <a:gd name="connsiteY14" fmla="*/ 490652 h 2639912"/>
              <a:gd name="connsiteX15" fmla="*/ 21933 w 2509357"/>
              <a:gd name="connsiteY15" fmla="*/ 99878 h 2639912"/>
              <a:gd name="connsiteX16" fmla="*/ 75769 w 2509357"/>
              <a:gd name="connsiteY16" fmla="*/ 1061 h 2639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9357" h="2639912">
                <a:moveTo>
                  <a:pt x="75769" y="1061"/>
                </a:moveTo>
                <a:cubicBezTo>
                  <a:pt x="1107616" y="108861"/>
                  <a:pt x="1946552" y="863460"/>
                  <a:pt x="2175353" y="1856117"/>
                </a:cubicBezTo>
                <a:cubicBezTo>
                  <a:pt x="2193298" y="1927984"/>
                  <a:pt x="2265079" y="1990867"/>
                  <a:pt x="2336860" y="1990867"/>
                </a:cubicBezTo>
                <a:cubicBezTo>
                  <a:pt x="2336860" y="1990867"/>
                  <a:pt x="2336860" y="1990867"/>
                  <a:pt x="2444530" y="1990867"/>
                </a:cubicBezTo>
                <a:cubicBezTo>
                  <a:pt x="2520798" y="1990867"/>
                  <a:pt x="2529770" y="2026800"/>
                  <a:pt x="2471448" y="2071717"/>
                </a:cubicBezTo>
                <a:cubicBezTo>
                  <a:pt x="2471448" y="2071717"/>
                  <a:pt x="2471448" y="2071717"/>
                  <a:pt x="1735697" y="2606225"/>
                </a:cubicBezTo>
                <a:cubicBezTo>
                  <a:pt x="1677375" y="2651141"/>
                  <a:pt x="1578676" y="2651141"/>
                  <a:pt x="1515868" y="2606225"/>
                </a:cubicBezTo>
                <a:cubicBezTo>
                  <a:pt x="1515868" y="2606225"/>
                  <a:pt x="1515868" y="2606225"/>
                  <a:pt x="780116" y="2071717"/>
                </a:cubicBezTo>
                <a:cubicBezTo>
                  <a:pt x="721795" y="2026800"/>
                  <a:pt x="730767" y="1990867"/>
                  <a:pt x="807034" y="1990867"/>
                </a:cubicBezTo>
                <a:cubicBezTo>
                  <a:pt x="807034" y="1990867"/>
                  <a:pt x="807034" y="1990867"/>
                  <a:pt x="842925" y="1990867"/>
                </a:cubicBezTo>
                <a:cubicBezTo>
                  <a:pt x="919191" y="1990867"/>
                  <a:pt x="959568" y="1932476"/>
                  <a:pt x="923678" y="1865101"/>
                </a:cubicBezTo>
                <a:cubicBezTo>
                  <a:pt x="762171" y="1537209"/>
                  <a:pt x="461590" y="1290168"/>
                  <a:pt x="98200" y="1204827"/>
                </a:cubicBezTo>
                <a:cubicBezTo>
                  <a:pt x="21933" y="1191352"/>
                  <a:pt x="-498" y="1132960"/>
                  <a:pt x="44365" y="1074568"/>
                </a:cubicBezTo>
                <a:cubicBezTo>
                  <a:pt x="44365" y="1074568"/>
                  <a:pt x="44365" y="1074568"/>
                  <a:pt x="304570" y="710744"/>
                </a:cubicBezTo>
                <a:cubicBezTo>
                  <a:pt x="349432" y="652352"/>
                  <a:pt x="349432" y="553536"/>
                  <a:pt x="304570" y="490652"/>
                </a:cubicBezTo>
                <a:cubicBezTo>
                  <a:pt x="304570" y="490652"/>
                  <a:pt x="304570" y="490652"/>
                  <a:pt x="21933" y="99878"/>
                </a:cubicBezTo>
                <a:cubicBezTo>
                  <a:pt x="-22930" y="41486"/>
                  <a:pt x="3988" y="-7922"/>
                  <a:pt x="75769" y="1061"/>
                </a:cubicBezTo>
                <a:close/>
              </a:path>
            </a:pathLst>
          </a:custGeom>
          <a:solidFill>
            <a:schemeClr val="bg2"/>
          </a:solidFill>
        </p:spPr>
      </p:sp>
      <p:grpSp>
        <p:nvGrpSpPr>
          <p:cNvPr id="20" name="Group 19">
            <a:extLst>
              <a:ext uri="{FF2B5EF4-FFF2-40B4-BE49-F238E27FC236}">
                <a16:creationId xmlns:a16="http://schemas.microsoft.com/office/drawing/2014/main" id="{16404861-6EEE-5140-A6CD-9290472B1941}"/>
              </a:ext>
            </a:extLst>
          </p:cNvPr>
          <p:cNvGrpSpPr/>
          <p:nvPr userDrawn="1"/>
        </p:nvGrpSpPr>
        <p:grpSpPr>
          <a:xfrm>
            <a:off x="4493698" y="6480979"/>
            <a:ext cx="3204602" cy="365125"/>
            <a:chOff x="4625342" y="6183663"/>
            <a:chExt cx="3204602" cy="365125"/>
          </a:xfrm>
        </p:grpSpPr>
        <p:sp>
          <p:nvSpPr>
            <p:cNvPr id="21" name="TextBox 20">
              <a:extLst>
                <a:ext uri="{FF2B5EF4-FFF2-40B4-BE49-F238E27FC236}">
                  <a16:creationId xmlns:a16="http://schemas.microsoft.com/office/drawing/2014/main" id="{B855FD15-C0DE-2B4F-B4C4-66BA81B6E1CF}"/>
                </a:ext>
              </a:extLst>
            </p:cNvPr>
            <p:cNvSpPr txBox="1"/>
            <p:nvPr userDrawn="1"/>
          </p:nvSpPr>
          <p:spPr>
            <a:xfrm>
              <a:off x="5371664" y="6250810"/>
              <a:ext cx="2458280" cy="230832"/>
            </a:xfrm>
            <a:prstGeom prst="rect">
              <a:avLst/>
            </a:prstGeom>
            <a:noFill/>
          </p:spPr>
          <p:txBody>
            <a:bodyPr wrap="square" rtlCol="0">
              <a:spAutoFit/>
            </a:bodyPr>
            <a:lstStyle/>
            <a:p>
              <a:r>
                <a:rPr lang="en-US" sz="900" b="0" i="0">
                  <a:solidFill>
                    <a:schemeClr val="tx1"/>
                  </a:solidFill>
                  <a:latin typeface="Arial Nova Light" panose="020B0304020202020204" pitchFamily="34" charset="0"/>
                </a:rPr>
                <a:t>ATG Cognizant Confidential </a:t>
              </a:r>
              <a:r>
                <a:rPr lang="en-US" sz="900" b="1" i="0">
                  <a:solidFill>
                    <a:schemeClr val="tx1"/>
                  </a:solidFill>
                  <a:latin typeface="Arial Nova Light" panose="020B0304020202020204" pitchFamily="34" charset="0"/>
                </a:rPr>
                <a:t> </a:t>
              </a:r>
              <a:r>
                <a:rPr lang="en-US" sz="900" b="1" i="0">
                  <a:solidFill>
                    <a:schemeClr val="accent2"/>
                  </a:solidFill>
                  <a:latin typeface="Arial Nova Light" panose="020B0304020202020204" pitchFamily="34" charset="0"/>
                </a:rPr>
                <a:t>|</a:t>
              </a:r>
              <a:r>
                <a:rPr lang="en-US" sz="900" b="1" i="0">
                  <a:solidFill>
                    <a:schemeClr val="tx1"/>
                  </a:solidFill>
                  <a:latin typeface="Arial Nova Light" panose="020B0304020202020204" pitchFamily="34" charset="0"/>
                </a:rPr>
                <a:t> </a:t>
              </a:r>
            </a:p>
          </p:txBody>
        </p:sp>
        <p:sp>
          <p:nvSpPr>
            <p:cNvPr id="26" name="Slide Number Placeholder 5">
              <a:extLst>
                <a:ext uri="{FF2B5EF4-FFF2-40B4-BE49-F238E27FC236}">
                  <a16:creationId xmlns:a16="http://schemas.microsoft.com/office/drawing/2014/main" id="{78F6B318-B620-FB42-A325-B39EE52F4C45}"/>
                </a:ext>
              </a:extLst>
            </p:cNvPr>
            <p:cNvSpPr txBox="1">
              <a:spLocks/>
            </p:cNvSpPr>
            <p:nvPr userDrawn="1"/>
          </p:nvSpPr>
          <p:spPr>
            <a:xfrm>
              <a:off x="4625342" y="61836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F3E9F2B-C6C9-3C49-BA9B-3F2B4DA240AF}" type="slidenum">
                <a:rPr lang="en-US" sz="900" b="0" i="0">
                  <a:latin typeface="Arial Nova Light" panose="020F0302020204030204" pitchFamily="34" charset="0"/>
                  <a:cs typeface="Arial Nova Light" panose="020F0302020204030204" pitchFamily="34" charset="0"/>
                </a:rPr>
                <a:pPr/>
                <a:t>‹#›</a:t>
              </a:fld>
              <a:endParaRPr lang="en-US" sz="900" b="0" i="0">
                <a:latin typeface="Arial Nova Light" panose="020F0302020204030204" pitchFamily="34" charset="0"/>
                <a:cs typeface="Arial Nova Light" panose="020F0302020204030204" pitchFamily="34" charset="0"/>
              </a:endParaRPr>
            </a:p>
          </p:txBody>
        </p:sp>
      </p:grpSp>
      <p:pic>
        <p:nvPicPr>
          <p:cNvPr id="28" name="Graphic 27">
            <a:extLst>
              <a:ext uri="{FF2B5EF4-FFF2-40B4-BE49-F238E27FC236}">
                <a16:creationId xmlns:a16="http://schemas.microsoft.com/office/drawing/2014/main" id="{ED0ED3D4-2D7D-404C-BF46-E80AADF7B2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20446" y="6444135"/>
            <a:ext cx="1710802" cy="300300"/>
          </a:xfrm>
          <a:prstGeom prst="rect">
            <a:avLst/>
          </a:prstGeom>
        </p:spPr>
      </p:pic>
      <p:pic>
        <p:nvPicPr>
          <p:cNvPr id="29" name="Graphic 28">
            <a:extLst>
              <a:ext uri="{FF2B5EF4-FFF2-40B4-BE49-F238E27FC236}">
                <a16:creationId xmlns:a16="http://schemas.microsoft.com/office/drawing/2014/main" id="{D1D0E56B-8C32-244A-8E38-740D729261A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1927" y="5963359"/>
            <a:ext cx="1336554" cy="1002415"/>
          </a:xfrm>
          <a:prstGeom prst="rect">
            <a:avLst/>
          </a:prstGeom>
        </p:spPr>
      </p:pic>
    </p:spTree>
    <p:extLst>
      <p:ext uri="{BB962C8B-B14F-4D97-AF65-F5344CB8AC3E}">
        <p14:creationId xmlns:p14="http://schemas.microsoft.com/office/powerpoint/2010/main" val="482845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hyperlink" Target="https://www.salesforceben.com/salesforce-certifications/" TargetMode="External"/><Relationship Id="rId5" Type="http://schemas.openxmlformats.org/officeDocument/2006/relationships/image" Target="../media/image6.png"/><Relationship Id="rId4" Type="http://schemas.openxmlformats.org/officeDocument/2006/relationships/hyperlink" Target="NUL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C588B241-970E-DF4C-9D44-848AEAB3F0E5}"/>
              </a:ext>
            </a:extLst>
          </p:cNvPr>
          <p:cNvSpPr>
            <a:spLocks noGrp="1"/>
          </p:cNvSpPr>
          <p:nvPr>
            <p:ph type="title"/>
          </p:nvPr>
        </p:nvSpPr>
        <p:spPr>
          <a:xfrm>
            <a:off x="512064" y="365760"/>
            <a:ext cx="11180064" cy="530353"/>
          </a:xfrm>
        </p:spPr>
        <p:txBody>
          <a:bodyPr lIns="91440" tIns="45720" rIns="91440" bIns="45720" anchor="t"/>
          <a:lstStyle/>
          <a:p>
            <a:r>
              <a:rPr lang="en-US" sz="3200" dirty="0">
                <a:solidFill>
                  <a:srgbClr val="055297"/>
                </a:solidFill>
                <a:latin typeface="Arial Nova"/>
              </a:rPr>
              <a:t>C. Orr – "Software Test Engineer"</a:t>
            </a:r>
            <a:endParaRPr lang="en-US" sz="3200" dirty="0">
              <a:solidFill>
                <a:srgbClr val="055297"/>
              </a:solidFill>
              <a:latin typeface="Arial Nova"/>
              <a:cs typeface="Arial" panose="020B0604020202020204" pitchFamily="34" charset="0"/>
            </a:endParaRPr>
          </a:p>
        </p:txBody>
      </p:sp>
      <p:sp>
        <p:nvSpPr>
          <p:cNvPr id="16" name="Content Placeholder 2">
            <a:extLst>
              <a:ext uri="{FF2B5EF4-FFF2-40B4-BE49-F238E27FC236}">
                <a16:creationId xmlns:a16="http://schemas.microsoft.com/office/drawing/2014/main" id="{47F0964B-3842-1840-BFAE-A8FAF2B7F325}"/>
              </a:ext>
            </a:extLst>
          </p:cNvPr>
          <p:cNvSpPr txBox="1">
            <a:spLocks/>
          </p:cNvSpPr>
          <p:nvPr/>
        </p:nvSpPr>
        <p:spPr>
          <a:xfrm>
            <a:off x="1821443" y="896525"/>
            <a:ext cx="3865418" cy="1575188"/>
          </a:xfrm>
          <a:prstGeom prst="rect">
            <a:avLst/>
          </a:prstGeom>
        </p:spPr>
        <p:txBody>
          <a:bodyPr vert="horz" lIns="0" tIns="0" rIns="0" bIns="0" rtlCol="0" anchor="t">
            <a:noAutofit/>
          </a:bodyPr>
          <a:lstStyle>
            <a:lvl1pPr marL="0" indent="0" algn="l" defTabSz="1219170" rtl="0" eaLnBrk="1" latinLnBrk="0" hangingPunct="1">
              <a:lnSpc>
                <a:spcPct val="100000"/>
              </a:lnSpc>
              <a:spcBef>
                <a:spcPts val="800"/>
              </a:spcBef>
              <a:buFont typeface="Arial" panose="020B0604020202020204" pitchFamily="34" charset="0"/>
              <a:buNone/>
              <a:defRPr sz="2400" kern="1200">
                <a:solidFill>
                  <a:schemeClr val="tx2"/>
                </a:solidFill>
                <a:latin typeface="+mn-lt"/>
                <a:ea typeface="+mn-ea"/>
                <a:cs typeface="Arial" panose="020B0604020202020204" pitchFamily="34" charset="0"/>
              </a:defRPr>
            </a:lvl1pPr>
            <a:lvl2pPr marL="304792" indent="-304792" algn="l" defTabSz="1219170" rtl="0" eaLnBrk="1" latinLnBrk="0" hangingPunct="1">
              <a:lnSpc>
                <a:spcPct val="100000"/>
              </a:lnSpc>
              <a:spcBef>
                <a:spcPts val="800"/>
              </a:spcBef>
              <a:buClrTx/>
              <a:buSzPct val="125000"/>
              <a:buFont typeface="Arial" panose="020B0604020202020204" pitchFamily="34" charset="0"/>
              <a:buChar char="•"/>
              <a:defRPr sz="2400" kern="1200">
                <a:solidFill>
                  <a:schemeClr val="tx2"/>
                </a:solidFill>
                <a:latin typeface="+mn-lt"/>
                <a:ea typeface="+mn-ea"/>
                <a:cs typeface="Arial" panose="020B0604020202020204" pitchFamily="34" charset="0"/>
              </a:defRPr>
            </a:lvl2pPr>
            <a:lvl3pPr marL="609585"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mn-lt"/>
                <a:ea typeface="+mn-ea"/>
                <a:cs typeface="Arial" panose="020B0604020202020204" pitchFamily="34" charset="0"/>
              </a:defRPr>
            </a:lvl3pPr>
            <a:lvl4pPr marL="914377" indent="-304792" algn="l" defTabSz="1219170" rtl="0" eaLnBrk="1" latinLnBrk="0" hangingPunct="1">
              <a:lnSpc>
                <a:spcPct val="100000"/>
              </a:lnSpc>
              <a:spcBef>
                <a:spcPts val="533"/>
              </a:spcBef>
              <a:buClrTx/>
              <a:buSzPct val="100000"/>
              <a:buFont typeface="Courier New" panose="02070309020205020404" pitchFamily="49" charset="0"/>
              <a:buChar char="o"/>
              <a:defRPr sz="2133" kern="1200">
                <a:solidFill>
                  <a:schemeClr val="tx2"/>
                </a:solidFill>
                <a:latin typeface="+mn-lt"/>
                <a:ea typeface="+mn-ea"/>
                <a:cs typeface="Arial" panose="020B0604020202020204" pitchFamily="34" charset="0"/>
              </a:defRPr>
            </a:lvl4pPr>
            <a:lvl5pPr marL="1219170"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mn-lt"/>
                <a:ea typeface="+mn-ea"/>
                <a:cs typeface="Arial" panose="020B0604020202020204" pitchFamily="34" charset="0"/>
              </a:defRPr>
            </a:lvl5pPr>
            <a:lvl6pPr marL="1523962" indent="-304792" algn="l" defTabSz="1219170" rtl="0" eaLnBrk="1" latinLnBrk="0" hangingPunct="1">
              <a:lnSpc>
                <a:spcPct val="100000"/>
              </a:lnSpc>
              <a:spcBef>
                <a:spcPts val="533"/>
              </a:spcBef>
              <a:buClr>
                <a:schemeClr val="accent2"/>
              </a:buClr>
              <a:buSzPct val="125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6pPr>
            <a:lvl7pPr marL="1828754" indent="-304792" algn="l" defTabSz="1219170" rtl="0" eaLnBrk="1" latinLnBrk="0" hangingPunct="1">
              <a:lnSpc>
                <a:spcPct val="100000"/>
              </a:lnSpc>
              <a:spcBef>
                <a:spcPts val="533"/>
              </a:spcBef>
              <a:buClr>
                <a:schemeClr val="accent2"/>
              </a:buClr>
              <a:buSzPct val="90000"/>
              <a:buFont typeface="Arial" panose="020B0604020202020204" pitchFamily="34" charset="0"/>
              <a:buChar char="–"/>
              <a:defRPr sz="2133" kern="1200">
                <a:solidFill>
                  <a:schemeClr val="tx2"/>
                </a:solidFill>
                <a:latin typeface="+mn-lt"/>
                <a:ea typeface="+mn-ea"/>
                <a:cs typeface="+mn-cs"/>
              </a:defRPr>
            </a:lvl7pPr>
            <a:lvl8pPr marL="2133547" indent="-304792" algn="l" defTabSz="1219170" rtl="0" eaLnBrk="1" latinLnBrk="0" hangingPunct="1">
              <a:lnSpc>
                <a:spcPct val="100000"/>
              </a:lnSpc>
              <a:spcBef>
                <a:spcPts val="533"/>
              </a:spcBef>
              <a:buClr>
                <a:schemeClr val="accent2"/>
              </a:buClr>
              <a:buSzPct val="90000"/>
              <a:buFont typeface="Courier New" panose="02070309020205020404" pitchFamily="49" charset="0"/>
              <a:buChar char="o"/>
              <a:defRPr sz="2133" kern="1200">
                <a:solidFill>
                  <a:schemeClr val="tx2"/>
                </a:solidFill>
                <a:latin typeface="+mn-lt"/>
                <a:ea typeface="+mn-ea"/>
                <a:cs typeface="+mn-cs"/>
              </a:defRPr>
            </a:lvl8pPr>
            <a:lvl9pPr marL="2133547" indent="-304792" algn="l" defTabSz="1219170" rtl="0" eaLnBrk="1" latinLnBrk="0" hangingPunct="1">
              <a:lnSpc>
                <a:spcPct val="100000"/>
              </a:lnSpc>
              <a:spcBef>
                <a:spcPts val="533"/>
              </a:spcBef>
              <a:buClrTx/>
              <a:buSzPct val="90000"/>
              <a:buFont typeface="Courier New" panose="02070309020205020404" pitchFamily="49" charset="0"/>
              <a:buChar char="o"/>
              <a:defRPr sz="2133" kern="1200">
                <a:solidFill>
                  <a:schemeClr val="tx2"/>
                </a:solidFill>
                <a:latin typeface="+mn-lt"/>
                <a:ea typeface="+mn-ea"/>
                <a:cs typeface="+mn-cs"/>
              </a:defRPr>
            </a:lvl9pPr>
          </a:lstStyle>
          <a:p>
            <a:pPr>
              <a:lnSpc>
                <a:spcPct val="125000"/>
              </a:lnSpc>
            </a:pPr>
            <a:r>
              <a:rPr lang="en-GB" sz="1000" b="1" dirty="0">
                <a:solidFill>
                  <a:srgbClr val="00B050"/>
                </a:solidFill>
                <a:latin typeface="Arial"/>
                <a:cs typeface="Arial"/>
              </a:rPr>
              <a:t>Executive Summary</a:t>
            </a:r>
          </a:p>
          <a:p>
            <a:pPr>
              <a:tabLst>
                <a:tab pos="304792" algn="l"/>
              </a:tabLst>
            </a:pPr>
            <a:r>
              <a:rPr lang="en-US" sz="800" dirty="0">
                <a:solidFill>
                  <a:srgbClr val="000000"/>
                </a:solidFill>
                <a:latin typeface="Arial Nova"/>
                <a:ea typeface="+mn-lt"/>
                <a:cs typeface="+mn-lt"/>
              </a:rPr>
              <a:t>I work as part of a multi-disciplinary team to verify and validate embedded software systems, including endoscopes, cold light sources, and documentary devices. Developed both manual test procedures and automated test cases for various testing types, including end-to-end, integration, and feature testing, to support the validation of existing devices as new features were introduced. Responsibilities included assembling test hardware and fixtures, analyzing test results, defining requirements and acceptance criteria from user stories, and continuously improving the test and verification process.</a:t>
            </a:r>
            <a:endParaRPr lang="en-US" sz="800" dirty="0">
              <a:latin typeface="Arial Nova"/>
            </a:endParaRPr>
          </a:p>
          <a:p>
            <a:pPr marL="304165" lvl="1" indent="-304165" eaLnBrk="0" fontAlgn="base" hangingPunct="0">
              <a:lnSpc>
                <a:spcPct val="125000"/>
              </a:lnSpc>
              <a:spcBef>
                <a:spcPct val="0"/>
              </a:spcBef>
              <a:spcAft>
                <a:spcPct val="0"/>
              </a:spcAft>
              <a:tabLst>
                <a:tab pos="304792" algn="l"/>
              </a:tabLst>
            </a:pPr>
            <a:endParaRPr lang="en-US" sz="800" dirty="0">
              <a:latin typeface="Arial Nova"/>
            </a:endParaRPr>
          </a:p>
          <a:p>
            <a:pPr marL="0" lvl="1" indent="0" eaLnBrk="0" fontAlgn="base" hangingPunct="0">
              <a:lnSpc>
                <a:spcPct val="125000"/>
              </a:lnSpc>
              <a:spcBef>
                <a:spcPct val="0"/>
              </a:spcBef>
              <a:spcAft>
                <a:spcPct val="0"/>
              </a:spcAft>
              <a:buNone/>
              <a:tabLst>
                <a:tab pos="304792" algn="l"/>
              </a:tabLst>
            </a:pPr>
            <a:endParaRPr lang="en-US" sz="900">
              <a:latin typeface="Arial" panose="020B0604020202020204" pitchFamily="34" charset="0"/>
              <a:ea typeface="Times New Roman" panose="02020603050405020304" pitchFamily="18" charset="0"/>
            </a:endParaRPr>
          </a:p>
          <a:p>
            <a:pPr marL="0" lvl="1" indent="0" eaLnBrk="0" fontAlgn="base" hangingPunct="0">
              <a:lnSpc>
                <a:spcPct val="125000"/>
              </a:lnSpc>
              <a:spcBef>
                <a:spcPct val="0"/>
              </a:spcBef>
              <a:spcAft>
                <a:spcPct val="0"/>
              </a:spcAft>
              <a:buNone/>
              <a:tabLst>
                <a:tab pos="304792" algn="l"/>
              </a:tabLst>
            </a:pPr>
            <a:endParaRPr lang="en-US" sz="900">
              <a:latin typeface="Arial" panose="020B0604020202020204" pitchFamily="34" charset="0"/>
              <a:ea typeface="Times New Roman" panose="02020603050405020304" pitchFamily="18" charset="0"/>
            </a:endParaRPr>
          </a:p>
        </p:txBody>
      </p:sp>
      <p:sp>
        <p:nvSpPr>
          <p:cNvPr id="17" name="Content Placeholder 7">
            <a:extLst>
              <a:ext uri="{FF2B5EF4-FFF2-40B4-BE49-F238E27FC236}">
                <a16:creationId xmlns:a16="http://schemas.microsoft.com/office/drawing/2014/main" id="{57CFEC83-D5BE-9747-B11A-A9F38D66E4E4}"/>
              </a:ext>
            </a:extLst>
          </p:cNvPr>
          <p:cNvSpPr txBox="1">
            <a:spLocks/>
          </p:cNvSpPr>
          <p:nvPr/>
        </p:nvSpPr>
        <p:spPr>
          <a:xfrm>
            <a:off x="6022264" y="896113"/>
            <a:ext cx="5896972" cy="5047488"/>
          </a:xfrm>
          <a:prstGeom prst="rect">
            <a:avLst/>
          </a:prstGeom>
        </p:spPr>
        <p:txBody>
          <a:bodyPr vert="horz" wrap="square" lIns="0" tIns="0" rIns="0" bIns="0" rtlCol="0" anchor="t">
            <a:noAutofit/>
          </a:bodyPr>
          <a:lstStyle>
            <a:lvl1pPr marL="0" indent="0" algn="l" defTabSz="1219170" rtl="0" eaLnBrk="1" latinLnBrk="0" hangingPunct="1">
              <a:lnSpc>
                <a:spcPct val="100000"/>
              </a:lnSpc>
              <a:spcBef>
                <a:spcPts val="800"/>
              </a:spcBef>
              <a:buFont typeface="Arial" panose="020B0604020202020204" pitchFamily="34" charset="0"/>
              <a:buNone/>
              <a:defRPr sz="2400" kern="1200">
                <a:solidFill>
                  <a:schemeClr val="tx2"/>
                </a:solidFill>
                <a:latin typeface="+mn-lt"/>
                <a:ea typeface="+mn-ea"/>
                <a:cs typeface="Arial" panose="020B0604020202020204" pitchFamily="34" charset="0"/>
              </a:defRPr>
            </a:lvl1pPr>
            <a:lvl2pPr marL="304792" indent="-304792" algn="l" defTabSz="1219170" rtl="0" eaLnBrk="1" latinLnBrk="0" hangingPunct="1">
              <a:lnSpc>
                <a:spcPct val="100000"/>
              </a:lnSpc>
              <a:spcBef>
                <a:spcPts val="800"/>
              </a:spcBef>
              <a:buClrTx/>
              <a:buSzPct val="125000"/>
              <a:buFont typeface="Arial" panose="020B0604020202020204" pitchFamily="34" charset="0"/>
              <a:buChar char="•"/>
              <a:defRPr sz="2400" kern="1200">
                <a:solidFill>
                  <a:schemeClr val="tx2"/>
                </a:solidFill>
                <a:latin typeface="+mn-lt"/>
                <a:ea typeface="+mn-ea"/>
                <a:cs typeface="Arial" panose="020B0604020202020204" pitchFamily="34" charset="0"/>
              </a:defRPr>
            </a:lvl2pPr>
            <a:lvl3pPr marL="609585"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mn-lt"/>
                <a:ea typeface="+mn-ea"/>
                <a:cs typeface="Arial" panose="020B0604020202020204" pitchFamily="34" charset="0"/>
              </a:defRPr>
            </a:lvl3pPr>
            <a:lvl4pPr marL="914377" indent="-304792" algn="l" defTabSz="1219170" rtl="0" eaLnBrk="1" latinLnBrk="0" hangingPunct="1">
              <a:lnSpc>
                <a:spcPct val="100000"/>
              </a:lnSpc>
              <a:spcBef>
                <a:spcPts val="533"/>
              </a:spcBef>
              <a:buClrTx/>
              <a:buSzPct val="100000"/>
              <a:buFont typeface="Courier New" panose="02070309020205020404" pitchFamily="49" charset="0"/>
              <a:buChar char="o"/>
              <a:defRPr sz="2133" kern="1200">
                <a:solidFill>
                  <a:schemeClr val="tx2"/>
                </a:solidFill>
                <a:latin typeface="+mn-lt"/>
                <a:ea typeface="+mn-ea"/>
                <a:cs typeface="Arial" panose="020B0604020202020204" pitchFamily="34" charset="0"/>
              </a:defRPr>
            </a:lvl4pPr>
            <a:lvl5pPr marL="1219170"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mn-lt"/>
                <a:ea typeface="+mn-ea"/>
                <a:cs typeface="Arial" panose="020B0604020202020204" pitchFamily="34" charset="0"/>
              </a:defRPr>
            </a:lvl5pPr>
            <a:lvl6pPr marL="1523962" indent="-304792" algn="l" defTabSz="1219170" rtl="0" eaLnBrk="1" latinLnBrk="0" hangingPunct="1">
              <a:lnSpc>
                <a:spcPct val="100000"/>
              </a:lnSpc>
              <a:spcBef>
                <a:spcPts val="533"/>
              </a:spcBef>
              <a:buClr>
                <a:schemeClr val="accent2"/>
              </a:buClr>
              <a:buSzPct val="125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6pPr>
            <a:lvl7pPr marL="1828754" indent="-304792" algn="l" defTabSz="1219170" rtl="0" eaLnBrk="1" latinLnBrk="0" hangingPunct="1">
              <a:lnSpc>
                <a:spcPct val="100000"/>
              </a:lnSpc>
              <a:spcBef>
                <a:spcPts val="533"/>
              </a:spcBef>
              <a:buClr>
                <a:schemeClr val="accent2"/>
              </a:buClr>
              <a:buSzPct val="90000"/>
              <a:buFont typeface="Arial" panose="020B0604020202020204" pitchFamily="34" charset="0"/>
              <a:buChar char="–"/>
              <a:defRPr sz="2133" kern="1200">
                <a:solidFill>
                  <a:schemeClr val="tx2"/>
                </a:solidFill>
                <a:latin typeface="+mn-lt"/>
                <a:ea typeface="+mn-ea"/>
                <a:cs typeface="+mn-cs"/>
              </a:defRPr>
            </a:lvl7pPr>
            <a:lvl8pPr marL="2133547" indent="-304792" algn="l" defTabSz="1219170" rtl="0" eaLnBrk="1" latinLnBrk="0" hangingPunct="1">
              <a:lnSpc>
                <a:spcPct val="100000"/>
              </a:lnSpc>
              <a:spcBef>
                <a:spcPts val="533"/>
              </a:spcBef>
              <a:buClr>
                <a:schemeClr val="accent2"/>
              </a:buClr>
              <a:buSzPct val="90000"/>
              <a:buFont typeface="Courier New" panose="02070309020205020404" pitchFamily="49" charset="0"/>
              <a:buChar char="o"/>
              <a:defRPr sz="2133" kern="1200">
                <a:solidFill>
                  <a:schemeClr val="tx2"/>
                </a:solidFill>
                <a:latin typeface="+mn-lt"/>
                <a:ea typeface="+mn-ea"/>
                <a:cs typeface="+mn-cs"/>
              </a:defRPr>
            </a:lvl8pPr>
            <a:lvl9pPr marL="2133547" indent="-304792" algn="l" defTabSz="1219170" rtl="0" eaLnBrk="1" latinLnBrk="0" hangingPunct="1">
              <a:lnSpc>
                <a:spcPct val="100000"/>
              </a:lnSpc>
              <a:spcBef>
                <a:spcPts val="533"/>
              </a:spcBef>
              <a:buClrTx/>
              <a:buSzPct val="90000"/>
              <a:buFont typeface="Courier New" panose="02070309020205020404" pitchFamily="49" charset="0"/>
              <a:buChar char="o"/>
              <a:defRPr sz="2133" kern="1200">
                <a:solidFill>
                  <a:schemeClr val="tx2"/>
                </a:solidFill>
                <a:latin typeface="+mn-lt"/>
                <a:ea typeface="+mn-ea"/>
                <a:cs typeface="+mn-cs"/>
              </a:defRPr>
            </a:lvl9pPr>
          </a:lstStyle>
          <a:p>
            <a:pPr>
              <a:lnSpc>
                <a:spcPct val="120000"/>
              </a:lnSpc>
            </a:pPr>
            <a:r>
              <a:rPr lang="en-GB" sz="1000" b="1" dirty="0">
                <a:solidFill>
                  <a:srgbClr val="00B050"/>
                </a:solidFill>
                <a:latin typeface="Arial"/>
                <a:cs typeface="Arial"/>
              </a:rPr>
              <a:t>Experience</a:t>
            </a:r>
          </a:p>
          <a:p>
            <a:pPr marL="0" lvl="1" indent="0" eaLnBrk="0" fontAlgn="base" hangingPunct="0">
              <a:lnSpc>
                <a:spcPct val="120000"/>
              </a:lnSpc>
              <a:spcBef>
                <a:spcPct val="0"/>
              </a:spcBef>
              <a:spcAft>
                <a:spcPct val="0"/>
              </a:spcAft>
              <a:buNone/>
              <a:tabLst>
                <a:tab pos="304792" algn="l"/>
              </a:tabLst>
            </a:pPr>
            <a:r>
              <a:rPr lang="en-US" sz="900" b="1" dirty="0">
                <a:latin typeface="Arial"/>
                <a:cs typeface="Arial"/>
              </a:rPr>
              <a:t>Software Quality Assurance – Software Test </a:t>
            </a:r>
            <a:r>
              <a:rPr lang="en-US" sz="900" b="1" dirty="0" err="1">
                <a:latin typeface="Arial"/>
                <a:cs typeface="Arial"/>
              </a:rPr>
              <a:t>Egnineer</a:t>
            </a:r>
            <a:r>
              <a:rPr lang="en-US" sz="900" b="1" dirty="0">
                <a:latin typeface="Arial"/>
                <a:cs typeface="Arial"/>
              </a:rPr>
              <a:t> – Medical Device Industry</a:t>
            </a:r>
            <a:endParaRPr lang="en-US" sz="900" dirty="0">
              <a:latin typeface="Arial"/>
              <a:cs typeface="Arial"/>
            </a:endParaRPr>
          </a:p>
          <a:p>
            <a:pPr marL="171450" indent="-171450">
              <a:lnSpc>
                <a:spcPct val="120000"/>
              </a:lnSpc>
              <a:spcBef>
                <a:spcPct val="0"/>
              </a:spcBef>
              <a:spcAft>
                <a:spcPct val="0"/>
              </a:spcAft>
              <a:buFont typeface="Arial,Sans-Serif" panose="020B0604020202020204" pitchFamily="34" charset="0"/>
              <a:buChar char="•"/>
              <a:tabLst>
                <a:tab pos="304792" algn="l"/>
              </a:tabLst>
            </a:pPr>
            <a:r>
              <a:rPr lang="en-US" sz="800" dirty="0">
                <a:solidFill>
                  <a:srgbClr val="333333"/>
                </a:solidFill>
                <a:ea typeface="+mn-lt"/>
                <a:cs typeface="+mn-lt"/>
              </a:rPr>
              <a:t>Develop and execute manual test procedures for software and hardware integration</a:t>
            </a:r>
          </a:p>
          <a:p>
            <a:pPr marL="171450" indent="-171450">
              <a:lnSpc>
                <a:spcPct val="120000"/>
              </a:lnSpc>
              <a:spcBef>
                <a:spcPct val="0"/>
              </a:spcBef>
              <a:spcAft>
                <a:spcPct val="0"/>
              </a:spcAft>
              <a:buFont typeface="Arial,Sans-Serif" panose="020B0604020202020204" pitchFamily="34" charset="0"/>
              <a:buChar char="•"/>
              <a:tabLst>
                <a:tab pos="304792" algn="l"/>
              </a:tabLst>
            </a:pPr>
            <a:r>
              <a:rPr lang="en-US" sz="800" dirty="0">
                <a:latin typeface="Arial"/>
                <a:ea typeface="Times New Roman" panose="02020603050405020304" pitchFamily="18" charset="0"/>
                <a:cs typeface="Arial"/>
              </a:rPr>
              <a:t>Created automated test cases for end-to-end, integration, and feature testing</a:t>
            </a:r>
            <a:endParaRPr lang="en-US" sz="800" dirty="0">
              <a:latin typeface="Arial"/>
              <a:ea typeface="Times New Roman" panose="02020603050405020304" pitchFamily="18" charset="0"/>
            </a:endParaRPr>
          </a:p>
          <a:p>
            <a:pPr marL="171450" indent="-171450">
              <a:lnSpc>
                <a:spcPct val="120000"/>
              </a:lnSpc>
              <a:spcBef>
                <a:spcPct val="0"/>
              </a:spcBef>
              <a:spcAft>
                <a:spcPct val="0"/>
              </a:spcAft>
              <a:buFont typeface="Arial,Sans-Serif" panose="020B0604020202020204" pitchFamily="34" charset="0"/>
              <a:buChar char="•"/>
              <a:tabLst>
                <a:tab pos="304792" algn="l"/>
              </a:tabLst>
            </a:pPr>
            <a:r>
              <a:rPr lang="en-US" sz="800" dirty="0">
                <a:latin typeface="Arial"/>
                <a:ea typeface="Times New Roman" panose="02020603050405020304" pitchFamily="18" charset="0"/>
                <a:cs typeface="Arial"/>
              </a:rPr>
              <a:t>Analyze test results to access software </a:t>
            </a:r>
            <a:r>
              <a:rPr lang="en-US" sz="800" dirty="0" err="1">
                <a:latin typeface="Arial"/>
                <a:ea typeface="Times New Roman" panose="02020603050405020304" pitchFamily="18" charset="0"/>
                <a:cs typeface="Arial"/>
              </a:rPr>
              <a:t>preformances</a:t>
            </a:r>
            <a:r>
              <a:rPr lang="en-US" sz="800" dirty="0">
                <a:latin typeface="Arial"/>
                <a:ea typeface="Times New Roman" panose="02020603050405020304" pitchFamily="18" charset="0"/>
                <a:cs typeface="Arial"/>
              </a:rPr>
              <a:t> and compliance </a:t>
            </a:r>
          </a:p>
          <a:p>
            <a:pPr marL="171450" indent="-171450">
              <a:lnSpc>
                <a:spcPct val="120000"/>
              </a:lnSpc>
              <a:spcBef>
                <a:spcPct val="0"/>
              </a:spcBef>
              <a:spcAft>
                <a:spcPct val="0"/>
              </a:spcAft>
              <a:buFont typeface="Arial,Sans-Serif" panose="020B0604020202020204" pitchFamily="34" charset="0"/>
              <a:buChar char="•"/>
              <a:tabLst>
                <a:tab pos="304792" algn="l"/>
              </a:tabLst>
            </a:pPr>
            <a:r>
              <a:rPr lang="en-US" sz="800" dirty="0">
                <a:cs typeface="Arial"/>
              </a:rPr>
              <a:t>Collaborate with a multi-disciplinary team to ensure software quality </a:t>
            </a:r>
            <a:endParaRPr lang="en-US" sz="800" dirty="0"/>
          </a:p>
          <a:p>
            <a:pPr marL="0" lvl="1" indent="0" eaLnBrk="0" fontAlgn="base" hangingPunct="0">
              <a:lnSpc>
                <a:spcPct val="120000"/>
              </a:lnSpc>
              <a:spcBef>
                <a:spcPct val="0"/>
              </a:spcBef>
              <a:spcAft>
                <a:spcPct val="0"/>
              </a:spcAft>
              <a:buNone/>
              <a:tabLst>
                <a:tab pos="304792" algn="l"/>
              </a:tabLst>
            </a:pPr>
            <a:endParaRPr lang="en-US" sz="800" b="1">
              <a:latin typeface="Arial" panose="020B0604020202020204" pitchFamily="34" charset="0"/>
            </a:endParaRPr>
          </a:p>
          <a:p>
            <a:pPr marL="0" lvl="1" indent="0" eaLnBrk="0" fontAlgn="base" hangingPunct="0">
              <a:lnSpc>
                <a:spcPct val="120000"/>
              </a:lnSpc>
              <a:spcBef>
                <a:spcPct val="0"/>
              </a:spcBef>
              <a:spcAft>
                <a:spcPct val="0"/>
              </a:spcAft>
              <a:buNone/>
              <a:tabLst>
                <a:tab pos="304792" algn="l"/>
              </a:tabLst>
            </a:pPr>
            <a:r>
              <a:rPr lang="en-US" sz="900" b="1" dirty="0">
                <a:latin typeface="Arial"/>
                <a:cs typeface="Arial"/>
              </a:rPr>
              <a:t>Train Control System – SQA Engineer – Railway Transportation</a:t>
            </a:r>
            <a:endParaRPr lang="en-US" sz="900">
              <a:latin typeface="Arial"/>
              <a:cs typeface="Arial"/>
            </a:endParaRPr>
          </a:p>
          <a:p>
            <a:pPr marL="171450" indent="-171450">
              <a:lnSpc>
                <a:spcPct val="120000"/>
              </a:lnSpc>
              <a:spcBef>
                <a:spcPct val="0"/>
              </a:spcBef>
              <a:spcAft>
                <a:spcPct val="0"/>
              </a:spcAft>
              <a:buChar char="•"/>
              <a:tabLst>
                <a:tab pos="304792" algn="l"/>
              </a:tabLst>
            </a:pPr>
            <a:r>
              <a:rPr lang="en-US" sz="800" dirty="0">
                <a:cs typeface="Arial"/>
              </a:rPr>
              <a:t>Test case automation development for train control software</a:t>
            </a:r>
            <a:endParaRPr lang="en-US" sz="800" dirty="0"/>
          </a:p>
          <a:p>
            <a:pPr marL="171450" indent="-171450">
              <a:lnSpc>
                <a:spcPct val="120000"/>
              </a:lnSpc>
              <a:spcBef>
                <a:spcPct val="0"/>
              </a:spcBef>
              <a:spcAft>
                <a:spcPct val="0"/>
              </a:spcAft>
              <a:buFont typeface="Arial" panose="020B0604020202020204" pitchFamily="34" charset="0"/>
              <a:buChar char="•"/>
              <a:tabLst>
                <a:tab pos="304792" algn="l"/>
              </a:tabLst>
            </a:pPr>
            <a:r>
              <a:rPr lang="en-US" sz="800" dirty="0">
                <a:latin typeface="Arial"/>
                <a:ea typeface="Times New Roman" panose="02020603050405020304" pitchFamily="18" charset="0"/>
                <a:cs typeface="Arial"/>
              </a:rPr>
              <a:t>Preform Hardware-in-the-Loop (HIL) testing to simulate train movements and infrastructure signals </a:t>
            </a:r>
          </a:p>
          <a:p>
            <a:pPr marL="171450" indent="-171450">
              <a:lnSpc>
                <a:spcPct val="120000"/>
              </a:lnSpc>
              <a:spcBef>
                <a:spcPct val="0"/>
              </a:spcBef>
              <a:spcAft>
                <a:spcPct val="0"/>
              </a:spcAft>
              <a:buFont typeface="Arial" panose="020B0604020202020204" pitchFamily="34" charset="0"/>
              <a:buChar char="•"/>
              <a:tabLst>
                <a:tab pos="304792" algn="l"/>
              </a:tabLst>
            </a:pPr>
            <a:r>
              <a:rPr lang="en-US" sz="800" dirty="0">
                <a:latin typeface="Arial"/>
                <a:ea typeface="Times New Roman" panose="02020603050405020304" pitchFamily="18" charset="0"/>
                <a:cs typeface="Arial"/>
              </a:rPr>
              <a:t>Ensure software adheres to railway safety regulations and undergoes necessary validation checks</a:t>
            </a:r>
          </a:p>
          <a:p>
            <a:pPr marL="0" lvl="1" indent="0" eaLnBrk="0" fontAlgn="base" hangingPunct="0">
              <a:lnSpc>
                <a:spcPct val="120000"/>
              </a:lnSpc>
              <a:spcBef>
                <a:spcPct val="0"/>
              </a:spcBef>
              <a:spcAft>
                <a:spcPct val="0"/>
              </a:spcAft>
              <a:buFont typeface="Arial" panose="020B0604020202020204" pitchFamily="34" charset="0"/>
              <a:buNone/>
              <a:tabLst>
                <a:tab pos="304792" algn="l"/>
              </a:tabLst>
            </a:pPr>
            <a:endParaRPr lang="en-GB" sz="800" b="1">
              <a:latin typeface="Arial" panose="020B0604020202020204" pitchFamily="34" charset="0"/>
            </a:endParaRPr>
          </a:p>
          <a:p>
            <a:pPr marL="0" lvl="1" indent="0">
              <a:lnSpc>
                <a:spcPct val="120000"/>
              </a:lnSpc>
              <a:spcBef>
                <a:spcPct val="0"/>
              </a:spcBef>
              <a:spcAft>
                <a:spcPct val="0"/>
              </a:spcAft>
              <a:buFont typeface="Arial" panose="020B0604020202020204" pitchFamily="34" charset="0"/>
              <a:buNone/>
              <a:tabLst>
                <a:tab pos="304792" algn="l"/>
              </a:tabLst>
            </a:pPr>
            <a:endParaRPr lang="en-US" sz="700">
              <a:solidFill>
                <a:srgbClr val="333333"/>
              </a:solidFill>
              <a:latin typeface="Arial" panose="020B0604020202020204" pitchFamily="34" charset="0"/>
              <a:ea typeface="Times New Roman" panose="02020603050405020304" pitchFamily="18" charset="0"/>
            </a:endParaRPr>
          </a:p>
          <a:p>
            <a:pPr marL="0" lvl="1" indent="0">
              <a:lnSpc>
                <a:spcPct val="120000"/>
              </a:lnSpc>
              <a:spcBef>
                <a:spcPct val="0"/>
              </a:spcBef>
              <a:spcAft>
                <a:spcPct val="0"/>
              </a:spcAft>
              <a:buFont typeface="Arial" panose="020B0604020202020204" pitchFamily="34" charset="0"/>
              <a:buNone/>
              <a:tabLst>
                <a:tab pos="304792" algn="l"/>
              </a:tabLst>
            </a:pPr>
            <a:endParaRPr lang="en-US" sz="800" b="1">
              <a:latin typeface="Arial" panose="020B0604020202020204" pitchFamily="34" charset="0"/>
            </a:endParaRPr>
          </a:p>
        </p:txBody>
      </p:sp>
      <p:grpSp>
        <p:nvGrpSpPr>
          <p:cNvPr id="5" name="Group 4">
            <a:extLst>
              <a:ext uri="{FF2B5EF4-FFF2-40B4-BE49-F238E27FC236}">
                <a16:creationId xmlns:a16="http://schemas.microsoft.com/office/drawing/2014/main" id="{E7996300-F04A-F654-F52E-44A51EAC1CC5}"/>
              </a:ext>
            </a:extLst>
          </p:cNvPr>
          <p:cNvGrpSpPr/>
          <p:nvPr/>
        </p:nvGrpSpPr>
        <p:grpSpPr>
          <a:xfrm>
            <a:off x="9972291" y="233921"/>
            <a:ext cx="1946945" cy="411060"/>
            <a:chOff x="9972292" y="206095"/>
            <a:chExt cx="1946945" cy="411060"/>
          </a:xfrm>
        </p:grpSpPr>
        <p:sp>
          <p:nvSpPr>
            <p:cNvPr id="3" name="Rectangle 2">
              <a:extLst>
                <a:ext uri="{FF2B5EF4-FFF2-40B4-BE49-F238E27FC236}">
                  <a16:creationId xmlns:a16="http://schemas.microsoft.com/office/drawing/2014/main" id="{7C5696CF-AAAC-D787-B2BC-53988C2A475A}"/>
                </a:ext>
              </a:extLst>
            </p:cNvPr>
            <p:cNvSpPr/>
            <p:nvPr/>
          </p:nvSpPr>
          <p:spPr>
            <a:xfrm>
              <a:off x="9972292" y="206095"/>
              <a:ext cx="1946945" cy="411060"/>
            </a:xfrm>
            <a:prstGeom prst="rect">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 name="TextBox 3">
              <a:extLst>
                <a:ext uri="{FF2B5EF4-FFF2-40B4-BE49-F238E27FC236}">
                  <a16:creationId xmlns:a16="http://schemas.microsoft.com/office/drawing/2014/main" id="{F394184B-F166-7B68-704A-A10222962A51}"/>
                </a:ext>
              </a:extLst>
            </p:cNvPr>
            <p:cNvSpPr txBox="1"/>
            <p:nvPr/>
          </p:nvSpPr>
          <p:spPr>
            <a:xfrm>
              <a:off x="10075503" y="269909"/>
              <a:ext cx="1843734" cy="347246"/>
            </a:xfrm>
            <a:prstGeom prst="rect">
              <a:avLst/>
            </a:prstGeom>
            <a:noFill/>
          </p:spPr>
          <p:txBody>
            <a:bodyPr wrap="none" lIns="0" tIns="0" rIns="0" bIns="0" rtlCol="0" anchor="t">
              <a:noAutofit/>
            </a:bodyPr>
            <a:lstStyle/>
            <a:p>
              <a:r>
                <a:rPr lang="en-US" sz="900" dirty="0">
                  <a:solidFill>
                    <a:srgbClr val="333333"/>
                  </a:solidFill>
                  <a:latin typeface="Arial"/>
                  <a:cs typeface="Arial"/>
                </a:rPr>
                <a:t>Email </a:t>
              </a:r>
              <a:r>
                <a:rPr lang="en-US" sz="900" dirty="0">
                  <a:solidFill>
                    <a:srgbClr val="0070C0"/>
                  </a:solidFill>
                  <a:latin typeface="Arial"/>
                  <a:cs typeface="Arial"/>
                </a:rPr>
                <a:t>cass.orr@umontana.edu</a:t>
              </a:r>
              <a:endParaRPr lang="en-US" sz="900" dirty="0">
                <a:solidFill>
                  <a:srgbClr val="333333"/>
                </a:solidFill>
                <a:latin typeface="Arial"/>
                <a:cs typeface="Arial"/>
              </a:endParaRPr>
            </a:p>
            <a:p>
              <a:r>
                <a:rPr lang="en-US" sz="900" dirty="0">
                  <a:solidFill>
                    <a:srgbClr val="333333"/>
                  </a:solidFill>
                  <a:latin typeface="Arial"/>
                  <a:cs typeface="Arial"/>
                </a:rPr>
                <a:t>State</a:t>
              </a:r>
              <a:r>
                <a:rPr lang="en-US" sz="900" dirty="0">
                  <a:solidFill>
                    <a:schemeClr val="tx2"/>
                  </a:solidFill>
                </a:rPr>
                <a:t> MT (</a:t>
              </a:r>
              <a:r>
                <a:rPr lang="en-US" sz="900">
                  <a:solidFill>
                    <a:srgbClr val="333333"/>
                  </a:solidFill>
                  <a:latin typeface="Arial"/>
                  <a:cs typeface="Arial"/>
                </a:rPr>
                <a:t>Mountain</a:t>
              </a:r>
              <a:r>
                <a:rPr lang="en-US" sz="900">
                  <a:solidFill>
                    <a:schemeClr val="tx2"/>
                  </a:solidFill>
                </a:rPr>
                <a:t> Time</a:t>
              </a:r>
              <a:r>
                <a:rPr lang="en-US" sz="900" dirty="0">
                  <a:solidFill>
                    <a:schemeClr val="tx2"/>
                  </a:solidFill>
                </a:rPr>
                <a:t>)</a:t>
              </a:r>
              <a:endParaRPr lang="en-US" sz="900" dirty="0">
                <a:solidFill>
                  <a:schemeClr val="tx2"/>
                </a:solidFill>
                <a:cs typeface="Arial"/>
              </a:endParaRPr>
            </a:p>
          </p:txBody>
        </p:sp>
      </p:grpSp>
      <p:sp>
        <p:nvSpPr>
          <p:cNvPr id="6" name="Content Placeholder 2">
            <a:extLst>
              <a:ext uri="{FF2B5EF4-FFF2-40B4-BE49-F238E27FC236}">
                <a16:creationId xmlns:a16="http://schemas.microsoft.com/office/drawing/2014/main" id="{2C5B62B8-3DC4-2C6C-DF6A-6B86BC39B16C}"/>
              </a:ext>
            </a:extLst>
          </p:cNvPr>
          <p:cNvSpPr txBox="1">
            <a:spLocks/>
          </p:cNvSpPr>
          <p:nvPr/>
        </p:nvSpPr>
        <p:spPr>
          <a:xfrm>
            <a:off x="1882632" y="2543799"/>
            <a:ext cx="1695455" cy="3399802"/>
          </a:xfrm>
          <a:prstGeom prst="rect">
            <a:avLst/>
          </a:prstGeom>
        </p:spPr>
        <p:txBody>
          <a:bodyPr vert="horz" lIns="0" tIns="0" rIns="0" bIns="0" rtlCol="0" anchor="t">
            <a:noAutofit/>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2"/>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100000"/>
              </a:lnSpc>
              <a:spcBef>
                <a:spcPts val="600"/>
              </a:spcBef>
              <a:buClrTx/>
              <a:buSzPct val="125000"/>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2pPr>
            <a:lvl3pPr marL="4572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3pPr>
            <a:lvl4pPr marL="685800" indent="-228600" algn="l" defTabSz="914400" rtl="0" eaLnBrk="1" latinLnBrk="0" hangingPunct="1">
              <a:lnSpc>
                <a:spcPct val="100000"/>
              </a:lnSpc>
              <a:spcBef>
                <a:spcPts val="400"/>
              </a:spcBef>
              <a:buClrTx/>
              <a:buSzPct val="100000"/>
              <a:buFont typeface="Courier New" panose="02070309020205020404" pitchFamily="49" charset="0"/>
              <a:buChar char="o"/>
              <a:defRPr sz="1600" kern="1200">
                <a:solidFill>
                  <a:schemeClr val="tx2"/>
                </a:solidFill>
                <a:latin typeface="Arial" panose="020B0604020202020204" pitchFamily="34" charset="0"/>
                <a:ea typeface="+mn-ea"/>
                <a:cs typeface="Arial" panose="020B0604020202020204" pitchFamily="34" charset="0"/>
              </a:defRPr>
            </a:lvl4pPr>
            <a:lvl5pPr marL="9144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5pPr>
            <a:lvl6pPr marL="1143000" indent="-228600" algn="l" defTabSz="914400"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600" indent="-228600" algn="l" defTabSz="914400"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200" indent="-228600" algn="l" defTabSz="914400"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200" indent="-228600" algn="l" defTabSz="914400"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a:lstStyle>
          <a:p>
            <a:pPr marL="0" marR="0" lvl="0" indent="0" algn="l" defTabSz="121917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GB" sz="900" b="1" i="0" u="none" strike="noStrike" kern="1200" cap="none" spc="0" normalizeH="0" baseline="0" noProof="0" dirty="0">
                <a:ln>
                  <a:noFill/>
                </a:ln>
                <a:solidFill>
                  <a:srgbClr val="000000"/>
                </a:solidFill>
                <a:effectLst/>
                <a:uLnTx/>
                <a:uFillTx/>
                <a:latin typeface="Arial" panose="020B0604020202020204"/>
                <a:ea typeface="+mn-ea"/>
                <a:cs typeface="Arial"/>
              </a:rPr>
              <a:t>Functional Expertise</a:t>
            </a:r>
          </a:p>
          <a:p>
            <a:pPr marL="171450" indent="-171450" defTabSz="1219170">
              <a:lnSpc>
                <a:spcPct val="120000"/>
              </a:lnSpc>
              <a:spcBef>
                <a:spcPts val="0"/>
              </a:spcBef>
              <a:buFont typeface="Arial" panose="020B0604020202020204" pitchFamily="34" charset="0"/>
              <a:buChar char="•"/>
              <a:defRPr/>
            </a:pPr>
            <a:r>
              <a:rPr lang="en-GB" sz="800" dirty="0">
                <a:solidFill>
                  <a:srgbClr val="333333"/>
                </a:solidFill>
                <a:latin typeface="Arial"/>
                <a:cs typeface="Arial"/>
              </a:rPr>
              <a:t>Automated testing </a:t>
            </a:r>
          </a:p>
          <a:p>
            <a:pPr marL="171450" indent="-171450" defTabSz="1219170">
              <a:lnSpc>
                <a:spcPct val="120000"/>
              </a:lnSpc>
              <a:spcBef>
                <a:spcPts val="0"/>
              </a:spcBef>
              <a:buFont typeface="Arial" panose="020B0604020202020204" pitchFamily="34" charset="0"/>
              <a:buChar char="•"/>
              <a:defRPr/>
            </a:pPr>
            <a:r>
              <a:rPr lang="en-GB" sz="800" dirty="0">
                <a:solidFill>
                  <a:srgbClr val="333333"/>
                </a:solidFill>
                <a:latin typeface="Arial"/>
                <a:cs typeface="Arial"/>
              </a:rPr>
              <a:t>Manual testing</a:t>
            </a:r>
          </a:p>
          <a:p>
            <a:pPr marL="170815" indent="-170815" defTabSz="1219170">
              <a:lnSpc>
                <a:spcPct val="120000"/>
              </a:lnSpc>
              <a:spcBef>
                <a:spcPts val="0"/>
              </a:spcBef>
              <a:buFont typeface="Arial,Sans-Serif" panose="020B0604020202020204" pitchFamily="34" charset="0"/>
              <a:buChar char="•"/>
              <a:defRPr/>
            </a:pPr>
            <a:r>
              <a:rPr lang="en-GB" sz="800" dirty="0">
                <a:solidFill>
                  <a:srgbClr val="000000"/>
                </a:solidFill>
              </a:rPr>
              <a:t>Test Strategy</a:t>
            </a:r>
            <a:endParaRPr lang="en-US" sz="800" dirty="0">
              <a:solidFill>
                <a:srgbClr val="333333"/>
              </a:solidFill>
            </a:endParaRPr>
          </a:p>
          <a:p>
            <a:pPr marL="170815" indent="-170815" defTabSz="1219170">
              <a:lnSpc>
                <a:spcPct val="120000"/>
              </a:lnSpc>
              <a:spcBef>
                <a:spcPts val="0"/>
              </a:spcBef>
              <a:buFont typeface="Arial,Sans-Serif" panose="020B0604020202020204" pitchFamily="34" charset="0"/>
              <a:buChar char="•"/>
              <a:defRPr/>
            </a:pPr>
            <a:r>
              <a:rPr lang="en-GB" sz="800" dirty="0">
                <a:solidFill>
                  <a:srgbClr val="000000"/>
                </a:solidFill>
                <a:latin typeface="Arial"/>
                <a:cs typeface="Arial"/>
              </a:rPr>
              <a:t>Requirements </a:t>
            </a:r>
            <a:endParaRPr lang="en-GB">
              <a:solidFill>
                <a:srgbClr val="333333"/>
              </a:solidFill>
              <a:latin typeface="Arial"/>
              <a:cs typeface="Arial"/>
            </a:endParaRPr>
          </a:p>
          <a:p>
            <a:pPr marL="170815" indent="-170815" defTabSz="1219170">
              <a:lnSpc>
                <a:spcPct val="120000"/>
              </a:lnSpc>
              <a:spcBef>
                <a:spcPts val="0"/>
              </a:spcBef>
              <a:buFont typeface="Arial,Sans-Serif" panose="020B0604020202020204" pitchFamily="34" charset="0"/>
              <a:buChar char="•"/>
              <a:defRPr/>
            </a:pPr>
            <a:endParaRPr lang="en-GB" sz="900" b="1" dirty="0">
              <a:solidFill>
                <a:srgbClr val="000000"/>
              </a:solidFill>
              <a:latin typeface="Arial"/>
              <a:cs typeface="Arial"/>
            </a:endParaRPr>
          </a:p>
          <a:p>
            <a:pPr defTabSz="1219170">
              <a:lnSpc>
                <a:spcPct val="120000"/>
              </a:lnSpc>
              <a:spcBef>
                <a:spcPts val="0"/>
              </a:spcBef>
              <a:defRPr/>
            </a:pPr>
            <a:r>
              <a:rPr lang="en-GB" sz="900" b="1" dirty="0">
                <a:solidFill>
                  <a:srgbClr val="000000"/>
                </a:solidFill>
                <a:latin typeface="Arial"/>
                <a:cs typeface="Arial"/>
              </a:rPr>
              <a:t>Technical</a:t>
            </a:r>
            <a:r>
              <a:rPr kumimoji="0" lang="en-GB" sz="900" b="1" i="0" u="none" strike="noStrike" kern="1200" cap="none" spc="0" normalizeH="0" baseline="0" noProof="0" dirty="0">
                <a:ln>
                  <a:noFill/>
                </a:ln>
                <a:solidFill>
                  <a:srgbClr val="000000"/>
                </a:solidFill>
                <a:effectLst/>
                <a:uLnTx/>
                <a:uFillTx/>
                <a:latin typeface="Arial"/>
                <a:cs typeface="Arial"/>
              </a:rPr>
              <a:t> Expertise</a:t>
            </a:r>
            <a:endParaRPr lang="en-GB" i="0" u="none" strike="noStrike" kern="1200" cap="none" spc="0" normalizeH="0" baseline="0" noProof="0" dirty="0">
              <a:ln>
                <a:noFill/>
              </a:ln>
              <a:solidFill>
                <a:srgbClr val="333333"/>
              </a:solidFill>
              <a:effectLst/>
              <a:uLnTx/>
              <a:uFillTx/>
              <a:latin typeface="Arial"/>
              <a:cs typeface="Arial"/>
            </a:endParaRPr>
          </a:p>
          <a:p>
            <a:pPr marL="171450" marR="0" lvl="0" indent="-171450" algn="l" defTabSz="1219170" rtl="0" eaLnBrk="0" fontAlgn="base" latinLnBrk="0" hangingPunct="0">
              <a:lnSpc>
                <a:spcPct val="120000"/>
              </a:lnSpc>
              <a:spcBef>
                <a:spcPct val="0"/>
              </a:spcBef>
              <a:spcAft>
                <a:spcPct val="0"/>
              </a:spcAft>
              <a:buClrTx/>
              <a:buSzTx/>
              <a:buFont typeface="Arial" panose="020B0604020202020204" pitchFamily="34" charset="0"/>
              <a:buChar char="•"/>
              <a:tabLst>
                <a:tab pos="304792" algn="l"/>
              </a:tabLst>
              <a:defRPr/>
            </a:pPr>
            <a:r>
              <a:rPr lang="en-GB" sz="800" dirty="0">
                <a:solidFill>
                  <a:srgbClr val="333333"/>
                </a:solidFill>
                <a:latin typeface="Arial"/>
                <a:cs typeface="Arial"/>
              </a:rPr>
              <a:t>Jira</a:t>
            </a:r>
            <a:endParaRPr lang="en-GB" sz="800" b="0" i="0" u="none" strike="noStrike" kern="1200" cap="none" spc="0" normalizeH="0" baseline="0" noProof="0" dirty="0">
              <a:ln>
                <a:noFill/>
              </a:ln>
              <a:solidFill>
                <a:srgbClr val="333333"/>
              </a:solidFill>
              <a:effectLst/>
              <a:uLnTx/>
              <a:uFillTx/>
              <a:latin typeface="Arial"/>
              <a:cs typeface="Arial"/>
            </a:endParaRPr>
          </a:p>
          <a:p>
            <a:pPr marL="171450" indent="-171450" defTabSz="1219170">
              <a:lnSpc>
                <a:spcPct val="120000"/>
              </a:lnSpc>
              <a:spcBef>
                <a:spcPct val="0"/>
              </a:spcBef>
              <a:spcAft>
                <a:spcPct val="0"/>
              </a:spcAft>
              <a:buFont typeface="Arial" panose="020B0604020202020204" pitchFamily="34" charset="0"/>
              <a:buChar char="•"/>
              <a:tabLst>
                <a:tab pos="304792" algn="l"/>
              </a:tabLst>
              <a:defRPr/>
            </a:pPr>
            <a:r>
              <a:rPr lang="en-GB" sz="800" dirty="0">
                <a:solidFill>
                  <a:srgbClr val="333333"/>
                </a:solidFill>
                <a:latin typeface="Arial"/>
                <a:cs typeface="Arial"/>
              </a:rPr>
              <a:t>Figma</a:t>
            </a:r>
            <a:endParaRPr lang="en-GB" sz="800" dirty="0">
              <a:solidFill>
                <a:srgbClr val="333333"/>
              </a:solidFill>
            </a:endParaRPr>
          </a:p>
          <a:p>
            <a:pPr marL="171450" marR="0" lvl="0" indent="-171450" algn="l" defTabSz="1219170">
              <a:lnSpc>
                <a:spcPct val="120000"/>
              </a:lnSpc>
              <a:spcBef>
                <a:spcPct val="0"/>
              </a:spcBef>
              <a:spcAft>
                <a:spcPct val="0"/>
              </a:spcAft>
              <a:buClrTx/>
              <a:buSzTx/>
              <a:buFont typeface="Arial" panose="020B0604020202020204" pitchFamily="34" charset="0"/>
              <a:buChar char="•"/>
              <a:tabLst>
                <a:tab pos="304792" algn="l"/>
              </a:tabLst>
              <a:defRPr/>
            </a:pPr>
            <a:r>
              <a:rPr lang="en-GB" sz="800" dirty="0">
                <a:solidFill>
                  <a:srgbClr val="333333"/>
                </a:solidFill>
                <a:latin typeface="Arial"/>
                <a:cs typeface="Arial"/>
              </a:rPr>
              <a:t>PTC</a:t>
            </a:r>
            <a:endParaRPr lang="en-GB" sz="800" b="0" i="0" u="none" strike="noStrike" kern="1200" cap="none" spc="0" normalizeH="0" baseline="0" noProof="0" dirty="0">
              <a:ln>
                <a:noFill/>
              </a:ln>
              <a:solidFill>
                <a:srgbClr val="333333"/>
              </a:solidFill>
              <a:effectLst/>
              <a:uLnTx/>
              <a:uFillTx/>
              <a:latin typeface="Arial" panose="020B0604020202020204" pitchFamily="34" charset="0"/>
              <a:cs typeface="Arial" panose="020B0604020202020204" pitchFamily="34" charset="0"/>
            </a:endParaRPr>
          </a:p>
          <a:p>
            <a:pPr marL="171450" indent="-171450" defTabSz="1219170">
              <a:lnSpc>
                <a:spcPct val="120000"/>
              </a:lnSpc>
              <a:spcBef>
                <a:spcPct val="0"/>
              </a:spcBef>
              <a:spcAft>
                <a:spcPct val="0"/>
              </a:spcAft>
              <a:buChar char="•"/>
              <a:defRPr/>
            </a:pPr>
            <a:r>
              <a:rPr lang="en-GB" sz="800" dirty="0">
                <a:solidFill>
                  <a:srgbClr val="333333"/>
                </a:solidFill>
              </a:rPr>
              <a:t>Postman</a:t>
            </a:r>
          </a:p>
          <a:p>
            <a:pPr marL="171450" indent="-171450" defTabSz="1219170">
              <a:lnSpc>
                <a:spcPct val="120000"/>
              </a:lnSpc>
              <a:spcBef>
                <a:spcPct val="0"/>
              </a:spcBef>
              <a:spcAft>
                <a:spcPct val="0"/>
              </a:spcAft>
              <a:buChar char="•"/>
              <a:defRPr/>
            </a:pPr>
            <a:r>
              <a:rPr lang="en-GB" sz="800" dirty="0">
                <a:solidFill>
                  <a:srgbClr val="333333"/>
                </a:solidFill>
                <a:latin typeface="Arial"/>
                <a:cs typeface="Arial"/>
              </a:rPr>
              <a:t>Java, Python, C#</a:t>
            </a:r>
            <a:endParaRPr lang="en-GB" sz="800" dirty="0">
              <a:solidFill>
                <a:srgbClr val="333333"/>
              </a:solidFill>
            </a:endParaRPr>
          </a:p>
          <a:p>
            <a:pPr marL="171450" indent="-171450" defTabSz="1219170" eaLnBrk="0" fontAlgn="base" hangingPunct="0">
              <a:lnSpc>
                <a:spcPct val="120000"/>
              </a:lnSpc>
              <a:spcBef>
                <a:spcPct val="0"/>
              </a:spcBef>
              <a:spcAft>
                <a:spcPct val="0"/>
              </a:spcAft>
              <a:buChar char="•"/>
              <a:defRPr/>
            </a:pPr>
            <a:endParaRPr lang="en-GB" sz="800">
              <a:solidFill>
                <a:srgbClr val="000000"/>
              </a:solidFill>
            </a:endParaRPr>
          </a:p>
          <a:p>
            <a:pPr marL="0" marR="0" lvl="0" indent="0" algn="l" defTabSz="1219170" rtl="0" eaLnBrk="1" fontAlgn="auto" latinLnBrk="0" hangingPunct="1">
              <a:lnSpc>
                <a:spcPct val="120000"/>
              </a:lnSpc>
              <a:spcBef>
                <a:spcPct val="0"/>
              </a:spcBef>
              <a:spcAft>
                <a:spcPct val="0"/>
              </a:spcAft>
              <a:buClrTx/>
              <a:buSzTx/>
              <a:buFont typeface="Arial" panose="020B0604020202020204" pitchFamily="34" charset="0"/>
              <a:buNone/>
              <a:tabLst/>
              <a:defRPr/>
            </a:pPr>
            <a:r>
              <a:rPr kumimoji="0" lang="en-GB" sz="900" b="1" i="0" u="none" strike="noStrike" kern="1200" cap="none" spc="0" normalizeH="0" baseline="0" noProof="0" dirty="0">
                <a:ln>
                  <a:noFill/>
                </a:ln>
                <a:solidFill>
                  <a:srgbClr val="000000"/>
                </a:solidFill>
                <a:effectLst/>
                <a:uLnTx/>
                <a:uFillTx/>
                <a:latin typeface="Arial" panose="020B0604020202020204"/>
                <a:ea typeface="+mn-ea"/>
                <a:cs typeface="Arial"/>
              </a:rPr>
              <a:t>Certifications</a:t>
            </a:r>
            <a:endParaRPr kumimoji="0" lang="en-US" sz="900" b="1" i="0" u="none" strike="noStrike" kern="1200" cap="none" spc="0" normalizeH="0" baseline="0" noProof="0">
              <a:ln>
                <a:noFill/>
              </a:ln>
              <a:solidFill>
                <a:srgbClr val="000000"/>
              </a:solidFill>
              <a:effectLst/>
              <a:uLnTx/>
              <a:uFillTx/>
              <a:latin typeface="Arial" panose="020B0604020202020204"/>
              <a:ea typeface="+mn-lt"/>
              <a:cs typeface="Arial" panose="020B0604020202020204"/>
            </a:endParaRPr>
          </a:p>
          <a:p>
            <a:pPr marL="171450" indent="-171450" defTabSz="1219170">
              <a:lnSpc>
                <a:spcPct val="120000"/>
              </a:lnSpc>
              <a:spcBef>
                <a:spcPct val="0"/>
              </a:spcBef>
              <a:spcAft>
                <a:spcPct val="0"/>
              </a:spcAft>
              <a:buFont typeface="Arial" panose="020B0604020202020204" pitchFamily="34" charset="0"/>
              <a:buChar char="•"/>
              <a:defRPr/>
            </a:pPr>
            <a:r>
              <a:rPr lang="en-US" sz="600">
                <a:solidFill>
                  <a:srgbClr val="000000"/>
                </a:solidFill>
                <a:latin typeface="Arial"/>
                <a:cs typeface="Arial"/>
              </a:rPr>
              <a:t>Certified Software Quality Engineer (CSQE)</a:t>
            </a:r>
            <a:endParaRPr lang="en-US" sz="600">
              <a:latin typeface="Arial"/>
              <a:cs typeface="Arial"/>
            </a:endParaRPr>
          </a:p>
          <a:p>
            <a:pPr marL="171450" indent="-171450" defTabSz="1219170">
              <a:lnSpc>
                <a:spcPct val="120000"/>
              </a:lnSpc>
              <a:spcBef>
                <a:spcPct val="0"/>
              </a:spcBef>
              <a:spcAft>
                <a:spcPct val="0"/>
              </a:spcAft>
              <a:buFont typeface="Arial" panose="020B0604020202020204" pitchFamily="34" charset="0"/>
              <a:buChar char="•"/>
              <a:defRPr/>
            </a:pPr>
            <a:r>
              <a:rPr lang="en-US" sz="600" dirty="0">
                <a:solidFill>
                  <a:srgbClr val="000000"/>
                </a:solidFill>
                <a:latin typeface="Arial"/>
                <a:cs typeface="Arial"/>
              </a:rPr>
              <a:t>Certified Software Tester (CSTE)</a:t>
            </a:r>
          </a:p>
        </p:txBody>
      </p:sp>
      <p:sp>
        <p:nvSpPr>
          <p:cNvPr id="7" name="Content Placeholder 2">
            <a:extLst>
              <a:ext uri="{FF2B5EF4-FFF2-40B4-BE49-F238E27FC236}">
                <a16:creationId xmlns:a16="http://schemas.microsoft.com/office/drawing/2014/main" id="{E7C30546-2909-6B52-6E3F-56010BE81C4F}"/>
              </a:ext>
            </a:extLst>
          </p:cNvPr>
          <p:cNvSpPr txBox="1">
            <a:spLocks/>
          </p:cNvSpPr>
          <p:nvPr/>
        </p:nvSpPr>
        <p:spPr>
          <a:xfrm>
            <a:off x="3756991" y="2553584"/>
            <a:ext cx="1995068" cy="3390017"/>
          </a:xfrm>
          <a:prstGeom prst="rect">
            <a:avLst/>
          </a:prstGeom>
        </p:spPr>
        <p:txBody>
          <a:bodyPr vert="horz" lIns="0" tIns="0" rIns="0" bIns="0" rtlCol="0" anchor="t">
            <a:noAutofit/>
          </a:bodyPr>
          <a:lstStyle>
            <a:defPPr>
              <a:defRPr lang="en-US"/>
            </a:defPPr>
            <a:lvl1pPr indent="0" defTabSz="914400">
              <a:lnSpc>
                <a:spcPct val="120000"/>
              </a:lnSpc>
              <a:spcBef>
                <a:spcPts val="600"/>
              </a:spcBef>
              <a:buFont typeface="Arial" panose="020B0604020202020204" pitchFamily="34" charset="0"/>
              <a:buNone/>
              <a:defRPr sz="700" b="1">
                <a:solidFill>
                  <a:schemeClr val="tx2"/>
                </a:solidFill>
                <a:cs typeface="Arial" panose="020B0604020202020204" pitchFamily="34" charset="0"/>
              </a:defRPr>
            </a:lvl1pPr>
            <a:lvl2pPr marL="228600" indent="-228600" defTabSz="914400">
              <a:lnSpc>
                <a:spcPct val="100000"/>
              </a:lnSpc>
              <a:spcBef>
                <a:spcPts val="600"/>
              </a:spcBef>
              <a:buClrTx/>
              <a:buSzPct val="125000"/>
              <a:buFont typeface="Arial" panose="020B0604020202020204" pitchFamily="34" charset="0"/>
              <a:buChar char="•"/>
              <a:defRPr>
                <a:solidFill>
                  <a:schemeClr val="tx2"/>
                </a:solidFill>
                <a:latin typeface="Arial" panose="020B0604020202020204" pitchFamily="34" charset="0"/>
                <a:cs typeface="Arial" panose="020B0604020202020204" pitchFamily="34" charset="0"/>
              </a:defRPr>
            </a:lvl2pPr>
            <a:lvl3pPr marL="457200" indent="-228600" defTabSz="914400">
              <a:lnSpc>
                <a:spcPct val="100000"/>
              </a:lnSpc>
              <a:spcBef>
                <a:spcPts val="400"/>
              </a:spcBef>
              <a:buClrTx/>
              <a:buSzPct val="100000"/>
              <a:buFont typeface="Arial" panose="020B0604020202020204" pitchFamily="34" charset="0"/>
              <a:buChar char="–"/>
              <a:defRPr sz="1600">
                <a:solidFill>
                  <a:schemeClr val="tx2"/>
                </a:solidFill>
                <a:latin typeface="Arial" panose="020B0604020202020204" pitchFamily="34" charset="0"/>
                <a:cs typeface="Arial" panose="020B0604020202020204" pitchFamily="34" charset="0"/>
              </a:defRPr>
            </a:lvl3pPr>
            <a:lvl4pPr marL="685800" indent="-228600" defTabSz="914400">
              <a:lnSpc>
                <a:spcPct val="100000"/>
              </a:lnSpc>
              <a:spcBef>
                <a:spcPts val="400"/>
              </a:spcBef>
              <a:buClrTx/>
              <a:buSzPct val="100000"/>
              <a:buFont typeface="Courier New" panose="02070309020205020404" pitchFamily="49" charset="0"/>
              <a:buChar char="o"/>
              <a:defRPr sz="1600">
                <a:solidFill>
                  <a:schemeClr val="tx2"/>
                </a:solidFill>
                <a:latin typeface="Arial" panose="020B0604020202020204" pitchFamily="34" charset="0"/>
                <a:cs typeface="Arial" panose="020B0604020202020204" pitchFamily="34" charset="0"/>
              </a:defRPr>
            </a:lvl4pPr>
            <a:lvl5pPr marL="914400" indent="-228600" defTabSz="914400">
              <a:lnSpc>
                <a:spcPct val="100000"/>
              </a:lnSpc>
              <a:spcBef>
                <a:spcPts val="400"/>
              </a:spcBef>
              <a:buClrTx/>
              <a:buSzPct val="100000"/>
              <a:buFont typeface="Arial" panose="020B0604020202020204" pitchFamily="34" charset="0"/>
              <a:buChar char="–"/>
              <a:defRPr sz="1600">
                <a:solidFill>
                  <a:schemeClr val="tx2"/>
                </a:solidFill>
                <a:latin typeface="Arial" panose="020B0604020202020204" pitchFamily="34" charset="0"/>
                <a:cs typeface="Arial" panose="020B0604020202020204" pitchFamily="34" charset="0"/>
              </a:defRPr>
            </a:lvl5pPr>
            <a:lvl6pPr marL="1143000" indent="-228600" defTabSz="914400">
              <a:lnSpc>
                <a:spcPct val="100000"/>
              </a:lnSpc>
              <a:spcBef>
                <a:spcPts val="400"/>
              </a:spcBef>
              <a:buClr>
                <a:schemeClr val="accent2"/>
              </a:buClr>
              <a:buSzPct val="125000"/>
              <a:buFont typeface="Arial" panose="020B0604020202020204" pitchFamily="34" charset="0"/>
              <a:buChar char="•"/>
              <a:defRPr sz="1600">
                <a:solidFill>
                  <a:schemeClr val="tx2"/>
                </a:solidFill>
                <a:latin typeface="Arial" panose="020B0604020202020204" pitchFamily="34" charset="0"/>
                <a:cs typeface="Arial" panose="020B0604020202020204" pitchFamily="34" charset="0"/>
              </a:defRPr>
            </a:lvl6pPr>
            <a:lvl7pPr marL="1371600" indent="-228600" defTabSz="914400">
              <a:lnSpc>
                <a:spcPct val="100000"/>
              </a:lnSpc>
              <a:spcBef>
                <a:spcPts val="400"/>
              </a:spcBef>
              <a:buClr>
                <a:schemeClr val="accent2"/>
              </a:buClr>
              <a:buSzPct val="90000"/>
              <a:buFont typeface="Arial" panose="020B0604020202020204" pitchFamily="34" charset="0"/>
              <a:buChar char="–"/>
              <a:defRPr sz="1600">
                <a:solidFill>
                  <a:schemeClr val="tx2"/>
                </a:solidFill>
              </a:defRPr>
            </a:lvl7pPr>
            <a:lvl8pPr marL="1600200" indent="-228600" defTabSz="914400">
              <a:lnSpc>
                <a:spcPct val="100000"/>
              </a:lnSpc>
              <a:spcBef>
                <a:spcPts val="400"/>
              </a:spcBef>
              <a:buClr>
                <a:schemeClr val="accent2"/>
              </a:buClr>
              <a:buSzPct val="90000"/>
              <a:buFont typeface="Courier New" panose="02070309020205020404" pitchFamily="49" charset="0"/>
              <a:buChar char="o"/>
              <a:defRPr sz="1600">
                <a:solidFill>
                  <a:schemeClr val="tx2"/>
                </a:solidFill>
              </a:defRPr>
            </a:lvl8pPr>
            <a:lvl9pPr marL="1600200" indent="-228600" defTabSz="914400">
              <a:lnSpc>
                <a:spcPct val="100000"/>
              </a:lnSpc>
              <a:spcBef>
                <a:spcPts val="400"/>
              </a:spcBef>
              <a:buClrTx/>
              <a:buSzPct val="90000"/>
              <a:buFont typeface="Courier New" panose="02070309020205020404" pitchFamily="49" charset="0"/>
              <a:buChar char="o"/>
              <a:defRPr sz="1600">
                <a:solidFill>
                  <a:schemeClr val="tx2"/>
                </a:solidFill>
              </a:defRPr>
            </a:lvl9pPr>
          </a:lstStyle>
          <a:p>
            <a:pPr marL="0" marR="0" lvl="0" indent="0" algn="l" defTabSz="1219170" rtl="0" eaLnBrk="1" fontAlgn="base" latinLnBrk="0" hangingPunct="1">
              <a:spcBef>
                <a:spcPts val="0"/>
              </a:spcBef>
              <a:spcAft>
                <a:spcPct val="0"/>
              </a:spcAft>
              <a:buClrTx/>
              <a:buSzTx/>
              <a:buFont typeface="Arial" panose="020B0604020202020204" pitchFamily="34" charset="0"/>
              <a:buNone/>
              <a:tabLst>
                <a:tab pos="304792" algn="l"/>
              </a:tabLst>
              <a:defRPr/>
            </a:pPr>
            <a:r>
              <a:rPr kumimoji="0" lang="en-GB" sz="900" b="1" i="0" u="none" strike="noStrike" kern="1200" cap="none" spc="0" normalizeH="0" baseline="0" noProof="0" dirty="0">
                <a:ln>
                  <a:noFill/>
                </a:ln>
                <a:solidFill>
                  <a:srgbClr val="000000"/>
                </a:solidFill>
                <a:effectLst/>
                <a:uLnTx/>
                <a:uFillTx/>
                <a:latin typeface="Arial" panose="020B0604020202020204"/>
                <a:ea typeface="+mn-ea"/>
                <a:cs typeface="Arial"/>
              </a:rPr>
              <a:t>Industry Sectors</a:t>
            </a:r>
          </a:p>
          <a:p>
            <a:pPr marL="171450" indent="-171450" defTabSz="1219170">
              <a:spcBef>
                <a:spcPts val="0"/>
              </a:spcBef>
              <a:buFont typeface="Arial" panose="020B0604020202020204" pitchFamily="34" charset="0"/>
              <a:buChar char="•"/>
              <a:defRPr/>
            </a:pPr>
            <a:r>
              <a:rPr lang="en-US" sz="800" b="0" dirty="0">
                <a:solidFill>
                  <a:srgbClr val="333333"/>
                </a:solidFill>
                <a:latin typeface="Arial" panose="020B0604020202020204"/>
                <a:cs typeface="Arial"/>
              </a:rPr>
              <a:t>Medical Technology</a:t>
            </a:r>
            <a:endParaRPr lang="en-US" sz="600" b="0" i="0" u="none" strike="noStrike" kern="1200" cap="none" spc="0" normalizeH="0" baseline="0" noProof="0" dirty="0">
              <a:ln>
                <a:noFill/>
              </a:ln>
              <a:solidFill>
                <a:srgbClr val="000000"/>
              </a:solidFill>
              <a:effectLst/>
              <a:uLnTx/>
              <a:uFillTx/>
              <a:latin typeface="Arial" panose="020B0604020202020204"/>
              <a:cs typeface="Arial"/>
            </a:endParaRPr>
          </a:p>
          <a:p>
            <a:pPr marL="0" marR="0" lvl="0" indent="0" algn="l" defTabSz="1219170" rtl="0" eaLnBrk="1" fontAlgn="auto" latinLnBrk="0" hangingPunct="1">
              <a:spcBef>
                <a:spcPts val="800"/>
              </a:spcBef>
              <a:spcAft>
                <a:spcPts val="0"/>
              </a:spcAft>
              <a:buClrTx/>
              <a:buSzTx/>
              <a:buFont typeface="Arial" panose="020B0604020202020204" pitchFamily="34" charset="0"/>
              <a:buNone/>
              <a:tabLst/>
              <a:defRPr/>
            </a:pPr>
            <a:r>
              <a:rPr kumimoji="0" lang="en-GB" sz="900" b="1" i="0" u="none" strike="noStrike" kern="1200" cap="none" spc="0" normalizeH="0" baseline="0" noProof="0" dirty="0">
                <a:ln>
                  <a:noFill/>
                </a:ln>
                <a:solidFill>
                  <a:srgbClr val="000000"/>
                </a:solidFill>
                <a:effectLst/>
                <a:uLnTx/>
                <a:uFillTx/>
                <a:latin typeface="Arial" panose="020B0604020202020204"/>
                <a:ea typeface="+mn-ea"/>
                <a:cs typeface="Arial"/>
              </a:rPr>
              <a:t>Methodologies</a:t>
            </a:r>
            <a:endParaRPr kumimoji="0" lang="en-GB" sz="900" b="1"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endParaRPr>
          </a:p>
          <a:p>
            <a:pPr marL="170815" indent="-170815" defTabSz="1219170">
              <a:spcBef>
                <a:spcPts val="0"/>
              </a:spcBef>
              <a:buFont typeface="Arial,Sans-Serif" panose="020B0604020202020204" pitchFamily="34" charset="0"/>
              <a:buChar char="•"/>
              <a:defRPr/>
            </a:pPr>
            <a:r>
              <a:rPr lang="en-US" sz="800" b="0" dirty="0">
                <a:solidFill>
                  <a:srgbClr val="333333"/>
                </a:solidFill>
                <a:latin typeface="Arial" panose="020B0604020202020204"/>
                <a:cs typeface="Arial"/>
              </a:rPr>
              <a:t>Agile</a:t>
            </a:r>
          </a:p>
          <a:p>
            <a:pPr marL="170815" marR="0" lvl="0" indent="-170815" algn="l" defTabSz="1219170">
              <a:spcBef>
                <a:spcPts val="0"/>
              </a:spcBef>
              <a:spcAft>
                <a:spcPts val="0"/>
              </a:spcAft>
              <a:buClrTx/>
              <a:buSzTx/>
              <a:buFont typeface="Arial,Sans-Serif" panose="020B0604020202020204" pitchFamily="34" charset="0"/>
              <a:buChar char="•"/>
              <a:tabLst/>
              <a:defRPr/>
            </a:pPr>
            <a:r>
              <a:rPr lang="en-US" sz="800" b="0" dirty="0">
                <a:solidFill>
                  <a:srgbClr val="333333"/>
                </a:solidFill>
                <a:latin typeface="Arial" panose="020B0604020202020204"/>
                <a:cs typeface="Arial"/>
              </a:rPr>
              <a:t>Waterfall</a:t>
            </a:r>
            <a:endParaRPr lang="en-US"/>
          </a:p>
          <a:p>
            <a:pPr marL="0" marR="0" lvl="0" indent="0" algn="l" defTabSz="1219170" rtl="0" eaLnBrk="1" fontAlgn="auto" latinLnBrk="0" hangingPunct="1">
              <a:spcBef>
                <a:spcPts val="800"/>
              </a:spcBef>
              <a:spcAft>
                <a:spcPts val="0"/>
              </a:spcAft>
              <a:buClrTx/>
              <a:buSzTx/>
              <a:buFont typeface="Arial" panose="020B0604020202020204" pitchFamily="34" charset="0"/>
              <a:buNone/>
              <a:tabLst/>
              <a:defRPr/>
            </a:pPr>
            <a:r>
              <a:rPr kumimoji="0" lang="en-GB" sz="900" b="1" i="0" u="none" strike="noStrike" kern="1200" cap="none" spc="0" normalizeH="0" baseline="0" noProof="0" dirty="0">
                <a:ln>
                  <a:noFill/>
                </a:ln>
                <a:solidFill>
                  <a:srgbClr val="000000"/>
                </a:solidFill>
                <a:effectLst/>
                <a:uLnTx/>
                <a:uFillTx/>
                <a:latin typeface="Arial" panose="020B0604020202020204"/>
                <a:ea typeface="+mn-ea"/>
                <a:cs typeface="Arial"/>
              </a:rPr>
              <a:t>Languages Spoken</a:t>
            </a:r>
            <a:endParaRPr lang="en-GB" sz="900" b="1" i="0" u="none" strike="noStrike" kern="1200" cap="none" spc="0" normalizeH="0" baseline="0" noProof="0" dirty="0">
              <a:ln>
                <a:noFill/>
              </a:ln>
              <a:solidFill>
                <a:srgbClr val="000000"/>
              </a:solidFill>
              <a:effectLst/>
              <a:uLnTx/>
              <a:uFillTx/>
              <a:latin typeface="Arial" panose="020B0604020202020204"/>
              <a:cs typeface="Arial"/>
            </a:endParaRPr>
          </a:p>
          <a:p>
            <a:pPr marL="171450" marR="0" lvl="0" indent="-171450" algn="l" defTabSz="1219170" rtl="0" eaLnBrk="0" fontAlgn="base" latinLnBrk="0" hangingPunct="0">
              <a:spcBef>
                <a:spcPct val="0"/>
              </a:spcBef>
              <a:spcAft>
                <a:spcPct val="0"/>
              </a:spcAft>
              <a:buClrTx/>
              <a:buSzTx/>
              <a:buFont typeface="Arial" panose="020B0604020202020204" pitchFamily="34" charset="0"/>
              <a:buChar char="•"/>
              <a:tabLst>
                <a:tab pos="304792" algn="l"/>
              </a:tabLst>
              <a:defRPr/>
            </a:pPr>
            <a:r>
              <a:rPr lang="en-GB" sz="800" b="0" dirty="0">
                <a:solidFill>
                  <a:srgbClr val="333333"/>
                </a:solidFill>
                <a:latin typeface="Arial"/>
                <a:cs typeface="Arial"/>
              </a:rPr>
              <a:t>English</a:t>
            </a:r>
            <a:endParaRPr lang="en-GB" sz="800" b="0" i="0" u="none" strike="noStrike" kern="1200" cap="none" spc="0" normalizeH="0" baseline="0" noProof="0" dirty="0">
              <a:ln>
                <a:noFill/>
              </a:ln>
              <a:solidFill>
                <a:srgbClr val="333333"/>
              </a:solidFill>
              <a:effectLst/>
              <a:uLnTx/>
              <a:uFillTx/>
              <a:latin typeface="Arial"/>
              <a:cs typeface="Arial"/>
            </a:endParaRPr>
          </a:p>
          <a:p>
            <a:pPr marL="171450" marR="0" lvl="0" indent="-171450" algn="l" defTabSz="1219170" rtl="0" eaLnBrk="0" fontAlgn="base" latinLnBrk="0" hangingPunct="0">
              <a:spcBef>
                <a:spcPct val="0"/>
              </a:spcBef>
              <a:spcAft>
                <a:spcPct val="0"/>
              </a:spcAft>
              <a:buClrTx/>
              <a:buSzTx/>
              <a:buFont typeface="Arial" panose="020B0604020202020204" pitchFamily="34" charset="0"/>
              <a:buChar char="•"/>
              <a:tabLst>
                <a:tab pos="304792" algn="l"/>
              </a:tabLst>
              <a:defRPr/>
            </a:pPr>
            <a:endParaRPr lang="en-GB" sz="800" b="0">
              <a:solidFill>
                <a:srgbClr val="333333"/>
              </a:solidFill>
              <a:latin typeface="Arial"/>
              <a:cs typeface="Arial"/>
            </a:endParaRPr>
          </a:p>
          <a:p>
            <a:pPr defTabSz="1219140" eaLnBrk="0" fontAlgn="base" hangingPunct="0">
              <a:spcBef>
                <a:spcPct val="0"/>
              </a:spcBef>
              <a:spcAft>
                <a:spcPct val="0"/>
              </a:spcAft>
              <a:tabLst>
                <a:tab pos="304784" algn="l"/>
              </a:tabLst>
              <a:defRPr/>
            </a:pPr>
            <a:r>
              <a:rPr lang="en-GB" sz="900" dirty="0">
                <a:solidFill>
                  <a:srgbClr val="333333"/>
                </a:solidFill>
                <a:latin typeface="Arial"/>
                <a:cs typeface="Arial"/>
              </a:rPr>
              <a:t>Mobility</a:t>
            </a:r>
          </a:p>
          <a:p>
            <a:pPr marL="171450" indent="-171450" defTabSz="1219140">
              <a:spcBef>
                <a:spcPct val="0"/>
              </a:spcBef>
              <a:spcAft>
                <a:spcPct val="0"/>
              </a:spcAft>
              <a:buChar char="•"/>
              <a:tabLst>
                <a:tab pos="304784" algn="l"/>
              </a:tabLst>
              <a:defRPr/>
            </a:pPr>
            <a:r>
              <a:rPr lang="en-GB" sz="800" b="0" dirty="0">
                <a:solidFill>
                  <a:srgbClr val="333333"/>
                </a:solidFill>
                <a:latin typeface="Arial"/>
                <a:cs typeface="Arial"/>
              </a:rPr>
              <a:t>25% availability to travel</a:t>
            </a:r>
            <a:endParaRPr lang="en-GB" sz="800" i="0" u="none" strike="noStrike" kern="1200" cap="none" spc="0" normalizeH="0" baseline="0" noProof="0" dirty="0">
              <a:ln>
                <a:noFill/>
              </a:ln>
              <a:solidFill>
                <a:srgbClr val="333333"/>
              </a:solidFill>
              <a:effectLst/>
              <a:uLnTx/>
              <a:uFillTx/>
              <a:latin typeface="Arial"/>
              <a:cs typeface="Arial"/>
            </a:endParaRPr>
          </a:p>
          <a:p>
            <a:pPr marR="0" lvl="0" algn="l" defTabSz="1219170" rtl="0" eaLnBrk="0" fontAlgn="base" latinLnBrk="0" hangingPunct="0">
              <a:spcBef>
                <a:spcPct val="0"/>
              </a:spcBef>
              <a:spcAft>
                <a:spcPct val="0"/>
              </a:spcAft>
              <a:buClrTx/>
              <a:buSzTx/>
              <a:tabLst>
                <a:tab pos="304792" algn="l"/>
              </a:tabLst>
              <a:defRPr/>
            </a:pPr>
            <a:endParaRPr kumimoji="0" lang="en-GB" sz="800" b="0" i="0" u="none" strike="noStrike" kern="1200" cap="none" spc="0" normalizeH="0" baseline="0" noProof="0">
              <a:ln>
                <a:noFill/>
              </a:ln>
              <a:solidFill>
                <a:srgbClr val="333333"/>
              </a:solidFill>
              <a:effectLst/>
              <a:uLnTx/>
              <a:uFillTx/>
              <a:latin typeface="Arial"/>
              <a:ea typeface="+mn-ea"/>
              <a:cs typeface="Arial"/>
            </a:endParaRPr>
          </a:p>
          <a:p>
            <a:pPr marL="171450" marR="0" lvl="0" indent="-171450" algn="l" defTabSz="1219170" rtl="0" eaLnBrk="0" fontAlgn="base" latinLnBrk="0" hangingPunct="0">
              <a:spcBef>
                <a:spcPct val="0"/>
              </a:spcBef>
              <a:spcAft>
                <a:spcPct val="0"/>
              </a:spcAft>
              <a:buClrTx/>
              <a:buSzTx/>
              <a:buFont typeface="Arial" panose="020B0604020202020204" pitchFamily="34" charset="0"/>
              <a:buChar char="•"/>
              <a:tabLst>
                <a:tab pos="304792" algn="l"/>
              </a:tabLst>
              <a:defRPr/>
            </a:pPr>
            <a:endParaRPr lang="en-GB" sz="6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endParaRPr>
          </a:p>
          <a:p>
            <a:pPr marL="227965" marR="0" lvl="0" indent="-227965" algn="l" defTabSz="1219170" rtl="0" eaLnBrk="0" fontAlgn="base" latinLnBrk="0" hangingPunct="0">
              <a:spcBef>
                <a:spcPct val="0"/>
              </a:spcBef>
              <a:spcAft>
                <a:spcPct val="0"/>
              </a:spcAft>
              <a:buClrTx/>
              <a:buSzTx/>
              <a:buFont typeface="Arial" panose="020B0604020202020204" pitchFamily="34" charset="0"/>
              <a:buChar char="•"/>
              <a:tabLst>
                <a:tab pos="304792" algn="l"/>
              </a:tabLst>
              <a:defRPr/>
            </a:pPr>
            <a:endParaRPr lang="en-GB" sz="6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endParaRPr>
          </a:p>
          <a:p>
            <a:pPr marL="227965" marR="0" lvl="0" indent="-227965" algn="l" defTabSz="1219170" rtl="0" eaLnBrk="0" fontAlgn="base" latinLnBrk="0" hangingPunct="0">
              <a:spcBef>
                <a:spcPct val="0"/>
              </a:spcBef>
              <a:spcAft>
                <a:spcPct val="0"/>
              </a:spcAft>
              <a:buClrTx/>
              <a:buSzTx/>
              <a:buFont typeface="Arial" panose="020B0604020202020204" pitchFamily="34" charset="0"/>
              <a:buChar char="•"/>
              <a:tabLst>
                <a:tab pos="304792" algn="l"/>
              </a:tabLst>
              <a:defRPr/>
            </a:pPr>
            <a:endParaRPr lang="en-GB" sz="6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endParaRPr>
          </a:p>
          <a:p>
            <a:pPr marL="0" marR="0" lvl="0" indent="0" algn="l" defTabSz="1219170" rtl="0" eaLnBrk="0" fontAlgn="base" latinLnBrk="0" hangingPunct="0">
              <a:spcBef>
                <a:spcPct val="0"/>
              </a:spcBef>
              <a:spcAft>
                <a:spcPct val="0"/>
              </a:spcAft>
              <a:buClrTx/>
              <a:buSzTx/>
              <a:buFont typeface="Arial" panose="020B0604020202020204" pitchFamily="34" charset="0"/>
              <a:buNone/>
              <a:tabLst>
                <a:tab pos="304792" algn="l"/>
              </a:tabLst>
              <a:defRPr/>
            </a:pPr>
            <a:endParaRPr kumimoji="0" lang="en-GB" sz="6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Arial" panose="020B0604020202020204" pitchFamily="34" charset="0"/>
            </a:endParaRPr>
          </a:p>
          <a:p>
            <a:pPr marL="227965" marR="0" lvl="0" indent="-227965" algn="l" defTabSz="1219170" rtl="0" eaLnBrk="0" fontAlgn="base" latinLnBrk="0" hangingPunct="0">
              <a:spcBef>
                <a:spcPct val="0"/>
              </a:spcBef>
              <a:spcAft>
                <a:spcPct val="0"/>
              </a:spcAft>
              <a:buClrTx/>
              <a:buSzTx/>
              <a:buFont typeface="Arial" panose="020B0604020202020204" pitchFamily="34" charset="0"/>
              <a:buChar char="•"/>
              <a:tabLst>
                <a:tab pos="304792" algn="l"/>
              </a:tabLst>
              <a:defRPr/>
            </a:pPr>
            <a:endParaRPr lang="en-GB" sz="6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endParaRPr>
          </a:p>
          <a:p>
            <a:pPr marL="0" marR="0" lvl="0" indent="0" algn="l" defTabSz="1219170" rtl="0" eaLnBrk="0" fontAlgn="base" latinLnBrk="0" hangingPunct="0">
              <a:spcBef>
                <a:spcPct val="0"/>
              </a:spcBef>
              <a:spcAft>
                <a:spcPct val="0"/>
              </a:spcAft>
              <a:buClrTx/>
              <a:buSzTx/>
              <a:buFont typeface="Arial" panose="020B0604020202020204" pitchFamily="34" charset="0"/>
              <a:buNone/>
              <a:tabLst>
                <a:tab pos="304792" algn="l"/>
              </a:tabLst>
              <a:defRPr/>
            </a:pPr>
            <a:endParaRPr kumimoji="0" lang="en-GB" sz="600" b="1"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Arial" panose="020B0604020202020204" pitchFamily="34" charset="0"/>
            </a:endParaRPr>
          </a:p>
        </p:txBody>
      </p:sp>
      <p:pic>
        <p:nvPicPr>
          <p:cNvPr id="8" name="Picture 7">
            <a:extLst>
              <a:ext uri="{FF2B5EF4-FFF2-40B4-BE49-F238E27FC236}">
                <a16:creationId xmlns:a16="http://schemas.microsoft.com/office/drawing/2014/main" id="{1973BA57-F1D8-0163-04ED-0B82AC5D51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434" y="1733768"/>
            <a:ext cx="1167459" cy="522922"/>
          </a:xfrm>
          <a:prstGeom prst="rect">
            <a:avLst/>
          </a:prstGeom>
        </p:spPr>
      </p:pic>
      <p:pic>
        <p:nvPicPr>
          <p:cNvPr id="9" name="Picture 8">
            <a:hlinkClick r:id="rId4" invalidUrl="file:///"/>
            <a:extLst>
              <a:ext uri="{FF2B5EF4-FFF2-40B4-BE49-F238E27FC236}">
                <a16:creationId xmlns:a16="http://schemas.microsoft.com/office/drawing/2014/main" id="{85C453E0-5372-E279-CF27-29E5112369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6096" y="1051593"/>
            <a:ext cx="1157797" cy="526695"/>
          </a:xfrm>
          <a:prstGeom prst="rect">
            <a:avLst/>
          </a:prstGeom>
        </p:spPr>
      </p:pic>
      <p:sp>
        <p:nvSpPr>
          <p:cNvPr id="10" name="TextBox 9">
            <a:extLst>
              <a:ext uri="{FF2B5EF4-FFF2-40B4-BE49-F238E27FC236}">
                <a16:creationId xmlns:a16="http://schemas.microsoft.com/office/drawing/2014/main" id="{AD30970E-125C-1A81-892A-DF36F0B3E7C8}"/>
              </a:ext>
            </a:extLst>
          </p:cNvPr>
          <p:cNvSpPr txBox="1"/>
          <p:nvPr/>
        </p:nvSpPr>
        <p:spPr>
          <a:xfrm>
            <a:off x="426434" y="2458781"/>
            <a:ext cx="1157798" cy="1329448"/>
          </a:xfrm>
          <a:prstGeom prst="rect">
            <a:avLst/>
          </a:prstGeom>
          <a:noFill/>
        </p:spPr>
        <p:txBody>
          <a:bodyPr wrap="square" lIns="0" tIns="0" rIns="0" bIns="0" rtlCol="0">
            <a:noAutofit/>
          </a:bodyPr>
          <a:lstStyle/>
          <a:p>
            <a:pPr algn="l"/>
            <a:r>
              <a:rPr lang="en-US" sz="1200" i="1">
                <a:solidFill>
                  <a:schemeClr val="tx2"/>
                </a:solidFill>
              </a:rPr>
              <a:t>Click </a:t>
            </a:r>
            <a:r>
              <a:rPr lang="en-US" sz="1200" i="1">
                <a:solidFill>
                  <a:schemeClr val="tx2"/>
                </a:solidFill>
                <a:hlinkClick r:id="rId6"/>
              </a:rPr>
              <a:t>here</a:t>
            </a:r>
            <a:endParaRPr lang="en-US" sz="1200" i="1">
              <a:solidFill>
                <a:schemeClr val="tx2"/>
              </a:solidFill>
            </a:endParaRPr>
          </a:p>
          <a:p>
            <a:pPr algn="l"/>
            <a:r>
              <a:rPr lang="en-US" sz="1200" i="1">
                <a:solidFill>
                  <a:schemeClr val="tx2"/>
                </a:solidFill>
              </a:rPr>
              <a:t>for SF certification badges to add or see slide 4 for more options</a:t>
            </a:r>
          </a:p>
          <a:p>
            <a:pPr algn="l"/>
            <a:endParaRPr lang="en-US" sz="1600" i="1">
              <a:solidFill>
                <a:schemeClr val="tx2"/>
              </a:solidFill>
            </a:endParaRPr>
          </a:p>
        </p:txBody>
      </p:sp>
    </p:spTree>
    <p:extLst>
      <p:ext uri="{BB962C8B-B14F-4D97-AF65-F5344CB8AC3E}">
        <p14:creationId xmlns:p14="http://schemas.microsoft.com/office/powerpoint/2010/main" val="2660775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DD7729AAB24045B5750A891480E5C6" ma:contentTypeVersion="0" ma:contentTypeDescription="Create a new document." ma:contentTypeScope="" ma:versionID="c566a18df3840ea9059b48ff8599c0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ADDA4F-6B8E-4A1E-AD0C-5D570F0D8F2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0210CB0-3E16-4C97-9F8E-B6A266B92940}">
  <ds:schemaRefs>
    <ds:schemaRef ds:uri="http://schemas.microsoft.com/sharepoint/v3/contenttype/forms"/>
  </ds:schemaRefs>
</ds:datastoreItem>
</file>

<file path=customXml/itemProps3.xml><?xml version="1.0" encoding="utf-8"?>
<ds:datastoreItem xmlns:ds="http://schemas.openxmlformats.org/officeDocument/2006/customXml" ds:itemID="{9BAC0278-442F-49D7-8A26-DCB8FF95FAC1}"/>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C. Orr – "Software Test Engineer"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2025-02-03T22:48:35Z</dcterms:created>
  <dcterms:modified xsi:type="dcterms:W3CDTF">2025-02-03T22:48:48Z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0x010100C133181D45521D4EA9AD65ED9CACC47C</vt:lpwstr>
  </property>
</Properties>
</file>