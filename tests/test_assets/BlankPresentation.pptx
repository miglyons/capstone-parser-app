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F3D1-FF1B-2B10-D4F1-76A03F603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C033F-0DE5-5F6F-DC47-79486E8AD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13EFB-57A4-F0CB-2203-2E220566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D7458-93F4-E160-A8BD-1CF2DA9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38E17-29FF-1DA0-2512-9DD2F9AC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6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3C7E-6521-187A-D0F1-076CDD71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73998-5FAB-6679-7434-59804EBD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81896-63F4-FFC2-EA83-039249E5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6067F-6F09-7943-4421-374F15AE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92CF3-2CF1-58D7-5A6F-D3FC8E27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9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84DC-66AF-5E66-817D-4374A082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683A5-EB1F-7DE0-1177-6A5205FA7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C1CEC-ACF9-4BCA-7EA7-2A6DA399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3CEE3-BB2F-B06F-CED8-C9C3352B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E8913-B3F8-DCD1-A739-DA7CBF0E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2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0088-96ED-25D0-4465-D2FD098B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588D-5129-5241-DFB4-DF6FFF756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BBBD1-8C54-9D41-CDF2-3864627E6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EC82B-B0B7-BCD4-16DE-0E0C1B17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80D01-AF09-A34D-CA0C-159547FC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9AE82-A917-D527-E73B-898BD8D2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6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F822-A663-C64E-A08E-A08381EF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EEA85-ACAC-25B5-F8EC-D8F4CE05F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98CD3-1AEA-7F5E-DF48-6A49DAB1F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28A42-122E-8D39-28AF-36FB5F94C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01CE8-DF1E-0C7C-6742-64D0C4AA0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080E7-C08F-80A1-7BA9-91B8D645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946CE-4765-8DB1-1D8A-669BA7CE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FB404-5E47-CA51-CBBA-28E6787E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4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C320-2854-E538-85B6-026CC209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D6FE9-D7A6-B401-EE72-FA1467F5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2A1D0-9A75-B2B5-14C0-941114EE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B6848-E2EF-6BCE-A94A-2DD93387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5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D841E-9215-91C9-5A0F-2E6E753C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A32A9-9A83-9DBA-A338-A5026A6A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1EC5D-09C1-3FD2-AF41-CDBD1E9A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9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8422-7D94-DDB2-008E-7B5179A9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D83FB-3A68-4E96-6233-86294CFC6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0F446-E9B4-AA48-FEAC-7FDA87E2F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98C5A-84EA-64E4-BAC4-944B6427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B51CB-8BAE-0320-6B7F-18FC62E7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E4D69-0919-B894-CF99-88534D7A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81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92FE-94E7-508F-F01A-6FF32F40E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6340D-D6E7-93A7-817A-F4ED4982D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F8197-8956-2212-FBEA-880457757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9C8F3-9C4A-E173-F348-D1876124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80D8B-3BD3-019C-77D1-1F93B248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A7B30-C025-0ADD-895C-9B23253B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96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1679-5CFA-BB47-1EB1-7DB3B4F8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1443F-9FC2-10BE-11A3-BF97B6ADD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BDF4-D7E8-BA6D-1B56-263CB2E6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4350F-907F-B2DC-5A42-C190C783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BE83-C78E-044D-B376-F27C4726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2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F3B7D-98F6-C6FA-1116-5859E1CB8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A3A47-8637-148E-6751-4B24D049A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0D97B-56E6-07C2-DA44-13A8D332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754A0-B704-C161-4CF2-7AF886C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DDF9-6C48-1CDE-39E8-CCDBB824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45558-E1BF-3E48-A18E-9F360DE9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8234-D1D6-5EE6-ED5D-C6F971F6E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9368C-0727-C068-373F-E73FE86A1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CE3BA-2983-49FF-91D9-ED218BC21D1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9AAF-FF21-A612-CBA5-3D0A5A53E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5AF9B-DCD3-0096-F5A0-2576249EC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539D7-576F-4AD9-A1A4-D168BFCA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3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57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Maddie Lyons</dc:creator>
  <cp:lastModifiedBy>Maddie Lyons</cp:lastModifiedBy>
  <cp:revision>1</cp:revision>
  <dcterms:created xsi:type="dcterms:W3CDTF">2025-03-31T18:00:56Z</dcterms:created>
  <dcterms:modified xsi:type="dcterms:W3CDTF">2025-03-31T18:01:41Z</dcterms:modified>
</cp:coreProperties>
</file>